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4" r:id="rId16"/>
    <p:sldId id="284" r:id="rId17"/>
    <p:sldId id="278" r:id="rId18"/>
    <p:sldId id="285" r:id="rId19"/>
    <p:sldId id="282" r:id="rId20"/>
    <p:sldId id="283" r:id="rId21"/>
    <p:sldId id="281" r:id="rId22"/>
    <p:sldId id="286" r:id="rId23"/>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2" d="100"/>
          <a:sy n="52"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2600" b="0" i="0">
                <a:solidFill>
                  <a:schemeClr val="bg1"/>
                </a:solidFill>
                <a:latin typeface="Arial"/>
                <a:cs typeface="Arial"/>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0" i="0">
                <a:solidFill>
                  <a:schemeClr val="bg1"/>
                </a:solidFill>
                <a:latin typeface="Arial"/>
                <a:cs typeface="Arial"/>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8000" cy="10287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8288000" cy="10287000"/>
          </a:xfrm>
          <a:prstGeom prst="rect">
            <a:avLst/>
          </a:prstGeom>
        </p:spPr>
      </p:pic>
      <p:sp>
        <p:nvSpPr>
          <p:cNvPr id="2" name="Holder 2"/>
          <p:cNvSpPr>
            <a:spLocks noGrp="1"/>
          </p:cNvSpPr>
          <p:nvPr>
            <p:ph type="title"/>
          </p:nvPr>
        </p:nvSpPr>
        <p:spPr>
          <a:xfrm>
            <a:off x="1212644" y="475122"/>
            <a:ext cx="10993755" cy="421640"/>
          </a:xfrm>
          <a:prstGeom prst="rect">
            <a:avLst/>
          </a:prstGeom>
        </p:spPr>
        <p:txBody>
          <a:bodyPr wrap="square" lIns="0" tIns="0" rIns="0" bIns="0">
            <a:spAutoFit/>
          </a:bodyPr>
          <a:lstStyle>
            <a:lvl1pPr>
              <a:defRPr sz="2600" b="0" i="0">
                <a:solidFill>
                  <a:schemeClr val="bg1"/>
                </a:solidFill>
                <a:latin typeface="Arial"/>
                <a:cs typeface="Arial"/>
              </a:defRPr>
            </a:lvl1pPr>
          </a:lstStyle>
          <a:p>
            <a:endParaRPr/>
          </a:p>
        </p:txBody>
      </p:sp>
      <p:sp>
        <p:nvSpPr>
          <p:cNvPr id="3" name="Holder 3"/>
          <p:cNvSpPr>
            <a:spLocks noGrp="1"/>
          </p:cNvSpPr>
          <p:nvPr>
            <p:ph type="body" idx="1"/>
          </p:nvPr>
        </p:nvSpPr>
        <p:spPr>
          <a:xfrm>
            <a:off x="8231123" y="1590154"/>
            <a:ext cx="9259569" cy="4782185"/>
          </a:xfrm>
          <a:prstGeom prst="rect">
            <a:avLst/>
          </a:prstGeom>
        </p:spPr>
        <p:txBody>
          <a:bodyPr wrap="square" lIns="0" tIns="0" rIns="0" bIns="0">
            <a:spAutoFit/>
          </a:bodyPr>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6/5/2026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hyperlink" Target="https://ubuntu.com/download" TargetMode="Externa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25953" y="1870684"/>
            <a:ext cx="8225155" cy="7522845"/>
          </a:xfrm>
          <a:prstGeom prst="rect">
            <a:avLst/>
          </a:prstGeom>
        </p:spPr>
        <p:txBody>
          <a:bodyPr vert="horz" wrap="square" lIns="0" tIns="12700" rIns="0" bIns="0" rtlCol="0">
            <a:spAutoFit/>
          </a:bodyPr>
          <a:lstStyle/>
          <a:p>
            <a:pPr marL="1582420" marR="253365" algn="ctr">
              <a:lnSpc>
                <a:spcPct val="100000"/>
              </a:lnSpc>
              <a:spcBef>
                <a:spcPts val="100"/>
              </a:spcBef>
            </a:pPr>
            <a:r>
              <a:rPr sz="2400" b="1" dirty="0">
                <a:solidFill>
                  <a:srgbClr val="FFFFFF"/>
                </a:solidFill>
                <a:latin typeface="Arial"/>
                <a:cs typeface="Arial"/>
              </a:rPr>
              <a:t>Instituto</a:t>
            </a:r>
            <a:r>
              <a:rPr sz="2400" b="1" spc="-40" dirty="0">
                <a:solidFill>
                  <a:srgbClr val="FFFFFF"/>
                </a:solidFill>
                <a:latin typeface="Arial"/>
                <a:cs typeface="Arial"/>
              </a:rPr>
              <a:t> </a:t>
            </a:r>
            <a:r>
              <a:rPr sz="2400" b="1" dirty="0">
                <a:solidFill>
                  <a:srgbClr val="FFFFFF"/>
                </a:solidFill>
                <a:latin typeface="Arial"/>
                <a:cs typeface="Arial"/>
              </a:rPr>
              <a:t>Tecnológico</a:t>
            </a:r>
            <a:r>
              <a:rPr sz="2400" b="1" spc="-40" dirty="0">
                <a:solidFill>
                  <a:srgbClr val="FFFFFF"/>
                </a:solidFill>
                <a:latin typeface="Arial"/>
                <a:cs typeface="Arial"/>
              </a:rPr>
              <a:t> </a:t>
            </a:r>
            <a:r>
              <a:rPr sz="2400" b="1" dirty="0">
                <a:solidFill>
                  <a:srgbClr val="FFFFFF"/>
                </a:solidFill>
                <a:latin typeface="Arial"/>
                <a:cs typeface="Arial"/>
              </a:rPr>
              <a:t>de</a:t>
            </a:r>
            <a:r>
              <a:rPr sz="2400" b="1" spc="-40" dirty="0">
                <a:solidFill>
                  <a:srgbClr val="FFFFFF"/>
                </a:solidFill>
                <a:latin typeface="Arial"/>
                <a:cs typeface="Arial"/>
              </a:rPr>
              <a:t> </a:t>
            </a:r>
            <a:r>
              <a:rPr sz="2400" b="1" dirty="0">
                <a:solidFill>
                  <a:srgbClr val="FFFFFF"/>
                </a:solidFill>
                <a:latin typeface="Arial"/>
                <a:cs typeface="Arial"/>
              </a:rPr>
              <a:t>Frontera</a:t>
            </a:r>
            <a:r>
              <a:rPr sz="2400" b="1" spc="-35" dirty="0">
                <a:solidFill>
                  <a:srgbClr val="FFFFFF"/>
                </a:solidFill>
                <a:latin typeface="Arial"/>
                <a:cs typeface="Arial"/>
              </a:rPr>
              <a:t> </a:t>
            </a:r>
            <a:r>
              <a:rPr sz="2400" b="1" spc="-10" dirty="0">
                <a:solidFill>
                  <a:srgbClr val="FFFFFF"/>
                </a:solidFill>
                <a:latin typeface="Arial"/>
                <a:cs typeface="Arial"/>
              </a:rPr>
              <a:t>Comalapa </a:t>
            </a:r>
            <a:r>
              <a:rPr sz="2400" b="1" dirty="0">
                <a:solidFill>
                  <a:srgbClr val="FFFFFF"/>
                </a:solidFill>
                <a:latin typeface="Arial"/>
                <a:cs typeface="Arial"/>
              </a:rPr>
              <a:t>Modalidad</a:t>
            </a:r>
            <a:r>
              <a:rPr sz="2400" b="1" spc="-15" dirty="0">
                <a:solidFill>
                  <a:srgbClr val="FFFFFF"/>
                </a:solidFill>
                <a:latin typeface="Arial"/>
                <a:cs typeface="Arial"/>
              </a:rPr>
              <a:t> </a:t>
            </a:r>
            <a:r>
              <a:rPr sz="2400" b="1" spc="-10" dirty="0">
                <a:solidFill>
                  <a:srgbClr val="FFFFFF"/>
                </a:solidFill>
                <a:latin typeface="Arial"/>
                <a:cs typeface="Arial"/>
              </a:rPr>
              <a:t>Mixta</a:t>
            </a:r>
            <a:endParaRPr sz="2400">
              <a:latin typeface="Arial"/>
              <a:cs typeface="Arial"/>
            </a:endParaRPr>
          </a:p>
          <a:p>
            <a:pPr>
              <a:lnSpc>
                <a:spcPct val="100000"/>
              </a:lnSpc>
              <a:spcBef>
                <a:spcPts val="355"/>
              </a:spcBef>
            </a:pPr>
            <a:endParaRPr sz="2400">
              <a:latin typeface="Arial"/>
              <a:cs typeface="Arial"/>
            </a:endParaRPr>
          </a:p>
          <a:p>
            <a:pPr marL="1323340" algn="ctr">
              <a:lnSpc>
                <a:spcPct val="100000"/>
              </a:lnSpc>
            </a:pPr>
            <a:r>
              <a:rPr sz="2600" b="1" spc="-10" dirty="0">
                <a:solidFill>
                  <a:srgbClr val="FFFFFF"/>
                </a:solidFill>
                <a:latin typeface="Arial"/>
                <a:cs typeface="Arial"/>
              </a:rPr>
              <a:t>Materia:</a:t>
            </a:r>
            <a:endParaRPr sz="2600">
              <a:latin typeface="Arial"/>
              <a:cs typeface="Arial"/>
            </a:endParaRPr>
          </a:p>
          <a:p>
            <a:pPr marL="1322070" algn="ctr">
              <a:lnSpc>
                <a:spcPct val="100000"/>
              </a:lnSpc>
            </a:pPr>
            <a:r>
              <a:rPr sz="2600" spc="-10" dirty="0">
                <a:solidFill>
                  <a:srgbClr val="FFFFFF"/>
                </a:solidFill>
                <a:latin typeface="Arial"/>
                <a:cs typeface="Arial"/>
              </a:rPr>
              <a:t>Administración</a:t>
            </a:r>
            <a:r>
              <a:rPr sz="2600" spc="-60" dirty="0">
                <a:solidFill>
                  <a:srgbClr val="FFFFFF"/>
                </a:solidFill>
                <a:latin typeface="Arial"/>
                <a:cs typeface="Arial"/>
              </a:rPr>
              <a:t> </a:t>
            </a:r>
            <a:r>
              <a:rPr sz="2600" dirty="0">
                <a:solidFill>
                  <a:srgbClr val="FFFFFF"/>
                </a:solidFill>
                <a:latin typeface="Arial"/>
                <a:cs typeface="Arial"/>
              </a:rPr>
              <a:t>de</a:t>
            </a:r>
            <a:r>
              <a:rPr sz="2600" spc="-55" dirty="0">
                <a:solidFill>
                  <a:srgbClr val="FFFFFF"/>
                </a:solidFill>
                <a:latin typeface="Arial"/>
                <a:cs typeface="Arial"/>
              </a:rPr>
              <a:t> </a:t>
            </a:r>
            <a:r>
              <a:rPr sz="2600" dirty="0">
                <a:solidFill>
                  <a:srgbClr val="FFFFFF"/>
                </a:solidFill>
                <a:latin typeface="Arial"/>
                <a:cs typeface="Arial"/>
              </a:rPr>
              <a:t>base</a:t>
            </a:r>
            <a:r>
              <a:rPr sz="2600" spc="-55" dirty="0">
                <a:solidFill>
                  <a:srgbClr val="FFFFFF"/>
                </a:solidFill>
                <a:latin typeface="Arial"/>
                <a:cs typeface="Arial"/>
              </a:rPr>
              <a:t> </a:t>
            </a:r>
            <a:r>
              <a:rPr sz="2600" dirty="0">
                <a:solidFill>
                  <a:srgbClr val="FFFFFF"/>
                </a:solidFill>
                <a:latin typeface="Arial"/>
                <a:cs typeface="Arial"/>
              </a:rPr>
              <a:t>de</a:t>
            </a:r>
            <a:r>
              <a:rPr sz="2600" spc="-60" dirty="0">
                <a:solidFill>
                  <a:srgbClr val="FFFFFF"/>
                </a:solidFill>
                <a:latin typeface="Arial"/>
                <a:cs typeface="Arial"/>
              </a:rPr>
              <a:t> </a:t>
            </a:r>
            <a:r>
              <a:rPr sz="2600" spc="-10" dirty="0">
                <a:solidFill>
                  <a:srgbClr val="FFFFFF"/>
                </a:solidFill>
                <a:latin typeface="Arial"/>
                <a:cs typeface="Arial"/>
              </a:rPr>
              <a:t>datos</a:t>
            </a:r>
            <a:endParaRPr sz="2600">
              <a:latin typeface="Arial"/>
              <a:cs typeface="Arial"/>
            </a:endParaRPr>
          </a:p>
          <a:p>
            <a:pPr marL="3627754" marR="2297430" indent="1905" algn="ctr">
              <a:lnSpc>
                <a:spcPct val="100000"/>
              </a:lnSpc>
            </a:pPr>
            <a:r>
              <a:rPr sz="2600" b="1" spc="-10" dirty="0">
                <a:solidFill>
                  <a:srgbClr val="FFFFFF"/>
                </a:solidFill>
                <a:latin typeface="Arial"/>
                <a:cs typeface="Arial"/>
              </a:rPr>
              <a:t>Semestre: </a:t>
            </a:r>
            <a:r>
              <a:rPr sz="2600" dirty="0">
                <a:solidFill>
                  <a:srgbClr val="FFFFFF"/>
                </a:solidFill>
                <a:latin typeface="Arial"/>
                <a:cs typeface="Arial"/>
              </a:rPr>
              <a:t>Sexto</a:t>
            </a:r>
            <a:r>
              <a:rPr sz="2600" spc="-80" dirty="0">
                <a:solidFill>
                  <a:srgbClr val="FFFFFF"/>
                </a:solidFill>
                <a:latin typeface="Arial"/>
                <a:cs typeface="Arial"/>
              </a:rPr>
              <a:t> </a:t>
            </a:r>
            <a:r>
              <a:rPr sz="2600" spc="-10" dirty="0">
                <a:solidFill>
                  <a:srgbClr val="FFFFFF"/>
                </a:solidFill>
                <a:latin typeface="Arial"/>
                <a:cs typeface="Arial"/>
              </a:rPr>
              <a:t>semestre </a:t>
            </a:r>
            <a:r>
              <a:rPr sz="2600" b="1" spc="-10" dirty="0">
                <a:solidFill>
                  <a:srgbClr val="FFFFFF"/>
                </a:solidFill>
                <a:latin typeface="Arial"/>
                <a:cs typeface="Arial"/>
              </a:rPr>
              <a:t>Especialidad:</a:t>
            </a:r>
            <a:endParaRPr sz="2600">
              <a:latin typeface="Arial"/>
              <a:cs typeface="Arial"/>
            </a:endParaRPr>
          </a:p>
          <a:p>
            <a:pPr marL="1317625" algn="ctr">
              <a:lnSpc>
                <a:spcPct val="100000"/>
              </a:lnSpc>
            </a:pPr>
            <a:r>
              <a:rPr sz="2600" dirty="0">
                <a:solidFill>
                  <a:srgbClr val="FFFFFF"/>
                </a:solidFill>
                <a:latin typeface="Arial"/>
                <a:cs typeface="Arial"/>
              </a:rPr>
              <a:t>Ingeniería</a:t>
            </a:r>
            <a:r>
              <a:rPr sz="2600" spc="-95" dirty="0">
                <a:solidFill>
                  <a:srgbClr val="FFFFFF"/>
                </a:solidFill>
                <a:latin typeface="Arial"/>
                <a:cs typeface="Arial"/>
              </a:rPr>
              <a:t> </a:t>
            </a:r>
            <a:r>
              <a:rPr sz="2600" dirty="0">
                <a:solidFill>
                  <a:srgbClr val="FFFFFF"/>
                </a:solidFill>
                <a:latin typeface="Arial"/>
                <a:cs typeface="Arial"/>
              </a:rPr>
              <a:t>en</a:t>
            </a:r>
            <a:r>
              <a:rPr sz="2600" spc="-90" dirty="0">
                <a:solidFill>
                  <a:srgbClr val="FFFFFF"/>
                </a:solidFill>
                <a:latin typeface="Arial"/>
                <a:cs typeface="Arial"/>
              </a:rPr>
              <a:t> </a:t>
            </a:r>
            <a:r>
              <a:rPr sz="2600" dirty="0">
                <a:solidFill>
                  <a:srgbClr val="FFFFFF"/>
                </a:solidFill>
                <a:latin typeface="Arial"/>
                <a:cs typeface="Arial"/>
              </a:rPr>
              <a:t>Sistemas</a:t>
            </a:r>
            <a:r>
              <a:rPr sz="2600" spc="-95" dirty="0">
                <a:solidFill>
                  <a:srgbClr val="FFFFFF"/>
                </a:solidFill>
                <a:latin typeface="Arial"/>
                <a:cs typeface="Arial"/>
              </a:rPr>
              <a:t> </a:t>
            </a:r>
            <a:r>
              <a:rPr sz="2600" spc="-10" dirty="0">
                <a:solidFill>
                  <a:srgbClr val="FFFFFF"/>
                </a:solidFill>
                <a:latin typeface="Arial"/>
                <a:cs typeface="Arial"/>
              </a:rPr>
              <a:t>Computacionales.</a:t>
            </a:r>
            <a:endParaRPr sz="2600">
              <a:latin typeface="Arial"/>
              <a:cs typeface="Arial"/>
            </a:endParaRPr>
          </a:p>
          <a:p>
            <a:pPr marL="1322705" algn="ctr">
              <a:lnSpc>
                <a:spcPct val="100000"/>
              </a:lnSpc>
            </a:pPr>
            <a:r>
              <a:rPr sz="2600" b="1" dirty="0">
                <a:solidFill>
                  <a:srgbClr val="FFFFFF"/>
                </a:solidFill>
                <a:latin typeface="Arial"/>
                <a:cs typeface="Arial"/>
              </a:rPr>
              <a:t>Numero</a:t>
            </a:r>
            <a:r>
              <a:rPr sz="2600" b="1" spc="-50" dirty="0">
                <a:solidFill>
                  <a:srgbClr val="FFFFFF"/>
                </a:solidFill>
                <a:latin typeface="Arial"/>
                <a:cs typeface="Arial"/>
              </a:rPr>
              <a:t> </a:t>
            </a:r>
            <a:r>
              <a:rPr sz="2600" b="1" dirty="0">
                <a:solidFill>
                  <a:srgbClr val="FFFFFF"/>
                </a:solidFill>
                <a:latin typeface="Arial"/>
                <a:cs typeface="Arial"/>
              </a:rPr>
              <a:t>de</a:t>
            </a:r>
            <a:r>
              <a:rPr sz="2600" b="1" spc="-50" dirty="0">
                <a:solidFill>
                  <a:srgbClr val="FFFFFF"/>
                </a:solidFill>
                <a:latin typeface="Arial"/>
                <a:cs typeface="Arial"/>
              </a:rPr>
              <a:t> </a:t>
            </a:r>
            <a:r>
              <a:rPr sz="2600" b="1" spc="-10" dirty="0">
                <a:solidFill>
                  <a:srgbClr val="FFFFFF"/>
                </a:solidFill>
                <a:latin typeface="Arial"/>
                <a:cs typeface="Arial"/>
              </a:rPr>
              <a:t>control:</a:t>
            </a:r>
            <a:endParaRPr sz="2600">
              <a:latin typeface="Arial"/>
              <a:cs typeface="Arial"/>
            </a:endParaRPr>
          </a:p>
          <a:p>
            <a:pPr marL="1323975" algn="ctr">
              <a:lnSpc>
                <a:spcPct val="100000"/>
              </a:lnSpc>
            </a:pPr>
            <a:r>
              <a:rPr sz="2600" spc="-10" dirty="0">
                <a:solidFill>
                  <a:srgbClr val="FFFFFF"/>
                </a:solidFill>
                <a:latin typeface="Arial"/>
                <a:cs typeface="Arial"/>
              </a:rPr>
              <a:t>231260005</a:t>
            </a:r>
            <a:endParaRPr sz="2600">
              <a:latin typeface="Arial"/>
              <a:cs typeface="Arial"/>
            </a:endParaRPr>
          </a:p>
          <a:p>
            <a:pPr marL="1323340" algn="ctr">
              <a:lnSpc>
                <a:spcPct val="100000"/>
              </a:lnSpc>
            </a:pPr>
            <a:r>
              <a:rPr sz="2600" b="1" dirty="0">
                <a:solidFill>
                  <a:srgbClr val="FFFFFF"/>
                </a:solidFill>
                <a:latin typeface="Arial"/>
                <a:cs typeface="Arial"/>
              </a:rPr>
              <a:t>Nombre</a:t>
            </a:r>
            <a:r>
              <a:rPr sz="2600" b="1" spc="-35" dirty="0">
                <a:solidFill>
                  <a:srgbClr val="FFFFFF"/>
                </a:solidFill>
                <a:latin typeface="Arial"/>
                <a:cs typeface="Arial"/>
              </a:rPr>
              <a:t> </a:t>
            </a:r>
            <a:r>
              <a:rPr sz="2600" b="1" dirty="0">
                <a:solidFill>
                  <a:srgbClr val="FFFFFF"/>
                </a:solidFill>
                <a:latin typeface="Arial"/>
                <a:cs typeface="Arial"/>
              </a:rPr>
              <a:t>del</a:t>
            </a:r>
            <a:r>
              <a:rPr sz="2600" b="1" spc="-35" dirty="0">
                <a:solidFill>
                  <a:srgbClr val="FFFFFF"/>
                </a:solidFill>
                <a:latin typeface="Arial"/>
                <a:cs typeface="Arial"/>
              </a:rPr>
              <a:t> </a:t>
            </a:r>
            <a:r>
              <a:rPr sz="2600" b="1" spc="-10" dirty="0">
                <a:solidFill>
                  <a:srgbClr val="FFFFFF"/>
                </a:solidFill>
                <a:latin typeface="Arial"/>
                <a:cs typeface="Arial"/>
              </a:rPr>
              <a:t>alumno:</a:t>
            </a:r>
            <a:endParaRPr sz="2600">
              <a:latin typeface="Arial"/>
              <a:cs typeface="Arial"/>
            </a:endParaRPr>
          </a:p>
          <a:p>
            <a:pPr marL="1323340" algn="ctr">
              <a:lnSpc>
                <a:spcPct val="100000"/>
              </a:lnSpc>
            </a:pPr>
            <a:r>
              <a:rPr sz="2600" dirty="0">
                <a:solidFill>
                  <a:srgbClr val="FFFFFF"/>
                </a:solidFill>
                <a:latin typeface="Arial"/>
                <a:cs typeface="Arial"/>
              </a:rPr>
              <a:t>Eddi</a:t>
            </a:r>
            <a:r>
              <a:rPr sz="2600" spc="-60" dirty="0">
                <a:solidFill>
                  <a:srgbClr val="FFFFFF"/>
                </a:solidFill>
                <a:latin typeface="Arial"/>
                <a:cs typeface="Arial"/>
              </a:rPr>
              <a:t> </a:t>
            </a:r>
            <a:r>
              <a:rPr sz="2600" dirty="0">
                <a:solidFill>
                  <a:srgbClr val="FFFFFF"/>
                </a:solidFill>
                <a:latin typeface="Arial"/>
                <a:cs typeface="Arial"/>
              </a:rPr>
              <a:t>Uriel</a:t>
            </a:r>
            <a:r>
              <a:rPr sz="2600" spc="-55" dirty="0">
                <a:solidFill>
                  <a:srgbClr val="FFFFFF"/>
                </a:solidFill>
                <a:latin typeface="Arial"/>
                <a:cs typeface="Arial"/>
              </a:rPr>
              <a:t> </a:t>
            </a:r>
            <a:r>
              <a:rPr sz="2600" dirty="0">
                <a:solidFill>
                  <a:srgbClr val="FFFFFF"/>
                </a:solidFill>
                <a:latin typeface="Arial"/>
                <a:cs typeface="Arial"/>
              </a:rPr>
              <a:t>Castillo</a:t>
            </a:r>
            <a:r>
              <a:rPr sz="2600" spc="-55" dirty="0">
                <a:solidFill>
                  <a:srgbClr val="FFFFFF"/>
                </a:solidFill>
                <a:latin typeface="Arial"/>
                <a:cs typeface="Arial"/>
              </a:rPr>
              <a:t> </a:t>
            </a:r>
            <a:r>
              <a:rPr sz="2600" spc="-10" dirty="0">
                <a:solidFill>
                  <a:srgbClr val="FFFFFF"/>
                </a:solidFill>
                <a:latin typeface="Arial"/>
                <a:cs typeface="Arial"/>
              </a:rPr>
              <a:t>Sánchez</a:t>
            </a:r>
            <a:endParaRPr sz="2600">
              <a:latin typeface="Arial"/>
              <a:cs typeface="Arial"/>
            </a:endParaRPr>
          </a:p>
          <a:p>
            <a:pPr marL="1323340" algn="ctr">
              <a:lnSpc>
                <a:spcPct val="100000"/>
              </a:lnSpc>
            </a:pPr>
            <a:r>
              <a:rPr sz="2600" b="1" dirty="0">
                <a:solidFill>
                  <a:srgbClr val="FFFFFF"/>
                </a:solidFill>
                <a:latin typeface="Arial"/>
                <a:cs typeface="Arial"/>
              </a:rPr>
              <a:t>Nombre</a:t>
            </a:r>
            <a:r>
              <a:rPr sz="2600" b="1" spc="-35" dirty="0">
                <a:solidFill>
                  <a:srgbClr val="FFFFFF"/>
                </a:solidFill>
                <a:latin typeface="Arial"/>
                <a:cs typeface="Arial"/>
              </a:rPr>
              <a:t> </a:t>
            </a:r>
            <a:r>
              <a:rPr sz="2600" b="1" dirty="0">
                <a:solidFill>
                  <a:srgbClr val="FFFFFF"/>
                </a:solidFill>
                <a:latin typeface="Arial"/>
                <a:cs typeface="Arial"/>
              </a:rPr>
              <a:t>del</a:t>
            </a:r>
            <a:r>
              <a:rPr sz="2600" b="1" spc="-35" dirty="0">
                <a:solidFill>
                  <a:srgbClr val="FFFFFF"/>
                </a:solidFill>
                <a:latin typeface="Arial"/>
                <a:cs typeface="Arial"/>
              </a:rPr>
              <a:t> </a:t>
            </a:r>
            <a:r>
              <a:rPr sz="2600" b="1" spc="-10" dirty="0">
                <a:solidFill>
                  <a:srgbClr val="FFFFFF"/>
                </a:solidFill>
                <a:latin typeface="Arial"/>
                <a:cs typeface="Arial"/>
              </a:rPr>
              <a:t>docente:</a:t>
            </a:r>
            <a:endParaRPr sz="2600">
              <a:latin typeface="Arial"/>
              <a:cs typeface="Arial"/>
            </a:endParaRPr>
          </a:p>
          <a:p>
            <a:pPr marL="1323975" algn="ctr">
              <a:lnSpc>
                <a:spcPct val="100000"/>
              </a:lnSpc>
            </a:pPr>
            <a:r>
              <a:rPr sz="2600" dirty="0">
                <a:solidFill>
                  <a:srgbClr val="FFFFFF"/>
                </a:solidFill>
                <a:latin typeface="Arial"/>
                <a:cs typeface="Arial"/>
              </a:rPr>
              <a:t>Francisco</a:t>
            </a:r>
            <a:r>
              <a:rPr sz="2600" spc="-100" dirty="0">
                <a:solidFill>
                  <a:srgbClr val="FFFFFF"/>
                </a:solidFill>
                <a:latin typeface="Arial"/>
                <a:cs typeface="Arial"/>
              </a:rPr>
              <a:t> </a:t>
            </a:r>
            <a:r>
              <a:rPr sz="2600" dirty="0">
                <a:solidFill>
                  <a:srgbClr val="FFFFFF"/>
                </a:solidFill>
                <a:latin typeface="Arial"/>
                <a:cs typeface="Arial"/>
              </a:rPr>
              <a:t>Javier</a:t>
            </a:r>
            <a:r>
              <a:rPr sz="2600" spc="-95" dirty="0">
                <a:solidFill>
                  <a:srgbClr val="FFFFFF"/>
                </a:solidFill>
                <a:latin typeface="Arial"/>
                <a:cs typeface="Arial"/>
              </a:rPr>
              <a:t> </a:t>
            </a:r>
            <a:r>
              <a:rPr sz="2600" dirty="0">
                <a:solidFill>
                  <a:srgbClr val="FFFFFF"/>
                </a:solidFill>
                <a:latin typeface="Arial"/>
                <a:cs typeface="Arial"/>
              </a:rPr>
              <a:t>Mingo</a:t>
            </a:r>
            <a:r>
              <a:rPr sz="2600" spc="-100" dirty="0">
                <a:solidFill>
                  <a:srgbClr val="FFFFFF"/>
                </a:solidFill>
                <a:latin typeface="Arial"/>
                <a:cs typeface="Arial"/>
              </a:rPr>
              <a:t> </a:t>
            </a:r>
            <a:r>
              <a:rPr sz="2600" spc="-10" dirty="0">
                <a:solidFill>
                  <a:srgbClr val="FFFFFF"/>
                </a:solidFill>
                <a:latin typeface="Arial"/>
                <a:cs typeface="Arial"/>
              </a:rPr>
              <a:t>Velazquez</a:t>
            </a:r>
            <a:endParaRPr sz="2600">
              <a:latin typeface="Arial"/>
              <a:cs typeface="Arial"/>
            </a:endParaRPr>
          </a:p>
          <a:p>
            <a:pPr marL="1322705" algn="ctr">
              <a:lnSpc>
                <a:spcPct val="100000"/>
              </a:lnSpc>
            </a:pPr>
            <a:r>
              <a:rPr sz="2600" b="1" dirty="0">
                <a:solidFill>
                  <a:srgbClr val="FFFFFF"/>
                </a:solidFill>
                <a:latin typeface="Arial"/>
                <a:cs typeface="Arial"/>
              </a:rPr>
              <a:t>Nombre</a:t>
            </a:r>
            <a:r>
              <a:rPr sz="2600" b="1" spc="-35" dirty="0">
                <a:solidFill>
                  <a:srgbClr val="FFFFFF"/>
                </a:solidFill>
                <a:latin typeface="Arial"/>
                <a:cs typeface="Arial"/>
              </a:rPr>
              <a:t> </a:t>
            </a:r>
            <a:r>
              <a:rPr sz="2600" b="1" dirty="0">
                <a:solidFill>
                  <a:srgbClr val="FFFFFF"/>
                </a:solidFill>
                <a:latin typeface="Arial"/>
                <a:cs typeface="Arial"/>
              </a:rPr>
              <a:t>del</a:t>
            </a:r>
            <a:r>
              <a:rPr sz="2600" b="1" spc="-35" dirty="0">
                <a:solidFill>
                  <a:srgbClr val="FFFFFF"/>
                </a:solidFill>
                <a:latin typeface="Arial"/>
                <a:cs typeface="Arial"/>
              </a:rPr>
              <a:t> </a:t>
            </a:r>
            <a:r>
              <a:rPr sz="2600" b="1" spc="-10" dirty="0">
                <a:solidFill>
                  <a:srgbClr val="FFFFFF"/>
                </a:solidFill>
                <a:latin typeface="Arial"/>
                <a:cs typeface="Arial"/>
              </a:rPr>
              <a:t>trabajo:</a:t>
            </a:r>
            <a:endParaRPr sz="2600">
              <a:latin typeface="Arial"/>
              <a:cs typeface="Arial"/>
            </a:endParaRPr>
          </a:p>
          <a:p>
            <a:pPr marL="1321435" algn="ctr">
              <a:lnSpc>
                <a:spcPct val="100000"/>
              </a:lnSpc>
            </a:pPr>
            <a:r>
              <a:rPr sz="2600" dirty="0">
                <a:solidFill>
                  <a:srgbClr val="FFFFFF"/>
                </a:solidFill>
                <a:latin typeface="Arial"/>
                <a:cs typeface="Arial"/>
              </a:rPr>
              <a:t>Act</a:t>
            </a:r>
            <a:r>
              <a:rPr sz="2600" spc="-60" dirty="0">
                <a:solidFill>
                  <a:srgbClr val="FFFFFF"/>
                </a:solidFill>
                <a:latin typeface="Arial"/>
                <a:cs typeface="Arial"/>
              </a:rPr>
              <a:t> </a:t>
            </a:r>
            <a:r>
              <a:rPr sz="2600" dirty="0">
                <a:solidFill>
                  <a:srgbClr val="FFFFFF"/>
                </a:solidFill>
                <a:latin typeface="Arial"/>
                <a:cs typeface="Arial"/>
              </a:rPr>
              <a:t>1.2</a:t>
            </a:r>
            <a:r>
              <a:rPr sz="2600" spc="-60" dirty="0">
                <a:solidFill>
                  <a:srgbClr val="FFFFFF"/>
                </a:solidFill>
                <a:latin typeface="Arial"/>
                <a:cs typeface="Arial"/>
              </a:rPr>
              <a:t> </a:t>
            </a:r>
            <a:r>
              <a:rPr sz="2600" dirty="0">
                <a:solidFill>
                  <a:srgbClr val="FFFFFF"/>
                </a:solidFill>
                <a:latin typeface="Arial"/>
                <a:cs typeface="Arial"/>
              </a:rPr>
              <a:t>Reporte</a:t>
            </a:r>
            <a:r>
              <a:rPr sz="2600" spc="-60" dirty="0">
                <a:solidFill>
                  <a:srgbClr val="FFFFFF"/>
                </a:solidFill>
                <a:latin typeface="Arial"/>
                <a:cs typeface="Arial"/>
              </a:rPr>
              <a:t> </a:t>
            </a:r>
            <a:r>
              <a:rPr sz="2600" dirty="0">
                <a:solidFill>
                  <a:srgbClr val="FFFFFF"/>
                </a:solidFill>
                <a:latin typeface="Arial"/>
                <a:cs typeface="Arial"/>
              </a:rPr>
              <a:t>de</a:t>
            </a:r>
            <a:r>
              <a:rPr sz="2600" spc="-60" dirty="0">
                <a:solidFill>
                  <a:srgbClr val="FFFFFF"/>
                </a:solidFill>
                <a:latin typeface="Arial"/>
                <a:cs typeface="Arial"/>
              </a:rPr>
              <a:t> </a:t>
            </a:r>
            <a:r>
              <a:rPr sz="2600" spc="-10" dirty="0">
                <a:solidFill>
                  <a:srgbClr val="FFFFFF"/>
                </a:solidFill>
                <a:latin typeface="Arial"/>
                <a:cs typeface="Arial"/>
              </a:rPr>
              <a:t>practica</a:t>
            </a:r>
            <a:endParaRPr sz="2600">
              <a:latin typeface="Arial"/>
              <a:cs typeface="Arial"/>
            </a:endParaRPr>
          </a:p>
          <a:p>
            <a:pPr marL="1324610" algn="ctr">
              <a:lnSpc>
                <a:spcPts val="3120"/>
              </a:lnSpc>
            </a:pPr>
            <a:r>
              <a:rPr sz="2600" b="1" dirty="0">
                <a:solidFill>
                  <a:srgbClr val="FFFFFF"/>
                </a:solidFill>
                <a:latin typeface="Arial"/>
                <a:cs typeface="Arial"/>
              </a:rPr>
              <a:t>Fecha</a:t>
            </a:r>
            <a:r>
              <a:rPr sz="2600" b="1" spc="-45" dirty="0">
                <a:solidFill>
                  <a:srgbClr val="FFFFFF"/>
                </a:solidFill>
                <a:latin typeface="Arial"/>
                <a:cs typeface="Arial"/>
              </a:rPr>
              <a:t> </a:t>
            </a:r>
            <a:r>
              <a:rPr sz="2600" b="1" dirty="0">
                <a:solidFill>
                  <a:srgbClr val="FFFFFF"/>
                </a:solidFill>
                <a:latin typeface="Arial"/>
                <a:cs typeface="Arial"/>
              </a:rPr>
              <a:t>de</a:t>
            </a:r>
            <a:r>
              <a:rPr sz="2600" b="1" spc="-40" dirty="0">
                <a:solidFill>
                  <a:srgbClr val="FFFFFF"/>
                </a:solidFill>
                <a:latin typeface="Arial"/>
                <a:cs typeface="Arial"/>
              </a:rPr>
              <a:t> </a:t>
            </a:r>
            <a:r>
              <a:rPr sz="2600" b="1" spc="-10" dirty="0">
                <a:solidFill>
                  <a:srgbClr val="FFFFFF"/>
                </a:solidFill>
                <a:latin typeface="Arial"/>
                <a:cs typeface="Arial"/>
              </a:rPr>
              <a:t>entrega</a:t>
            </a:r>
            <a:r>
              <a:rPr sz="2600" spc="-10" dirty="0">
                <a:solidFill>
                  <a:srgbClr val="FFFFFF"/>
                </a:solidFill>
                <a:latin typeface="Arial"/>
                <a:cs typeface="Arial"/>
              </a:rPr>
              <a:t>:</a:t>
            </a:r>
            <a:endParaRPr sz="2600">
              <a:latin typeface="Arial"/>
              <a:cs typeface="Arial"/>
            </a:endParaRPr>
          </a:p>
          <a:p>
            <a:pPr algn="ctr">
              <a:lnSpc>
                <a:spcPts val="3360"/>
              </a:lnSpc>
            </a:pPr>
            <a:r>
              <a:rPr sz="2800" dirty="0">
                <a:solidFill>
                  <a:srgbClr val="FFFFFF"/>
                </a:solidFill>
                <a:latin typeface="Arial"/>
                <a:cs typeface="Arial"/>
              </a:rPr>
              <a:t>Frontera</a:t>
            </a:r>
            <a:r>
              <a:rPr sz="2800" spc="-80" dirty="0">
                <a:solidFill>
                  <a:srgbClr val="FFFFFF"/>
                </a:solidFill>
                <a:latin typeface="Arial"/>
                <a:cs typeface="Arial"/>
              </a:rPr>
              <a:t> </a:t>
            </a:r>
            <a:r>
              <a:rPr sz="2800" dirty="0">
                <a:solidFill>
                  <a:srgbClr val="FFFFFF"/>
                </a:solidFill>
                <a:latin typeface="Arial"/>
                <a:cs typeface="Arial"/>
              </a:rPr>
              <a:t>comalapa,</a:t>
            </a:r>
            <a:r>
              <a:rPr sz="2800" spc="-80" dirty="0">
                <a:solidFill>
                  <a:srgbClr val="FFFFFF"/>
                </a:solidFill>
                <a:latin typeface="Arial"/>
                <a:cs typeface="Arial"/>
              </a:rPr>
              <a:t> </a:t>
            </a:r>
            <a:r>
              <a:rPr sz="2800" dirty="0">
                <a:solidFill>
                  <a:srgbClr val="FFFFFF"/>
                </a:solidFill>
                <a:latin typeface="Arial"/>
                <a:cs typeface="Arial"/>
              </a:rPr>
              <a:t>Chiapas</a:t>
            </a:r>
            <a:r>
              <a:rPr sz="2800" spc="-75" dirty="0">
                <a:solidFill>
                  <a:srgbClr val="FFFFFF"/>
                </a:solidFill>
                <a:latin typeface="Arial"/>
                <a:cs typeface="Arial"/>
              </a:rPr>
              <a:t> </a:t>
            </a:r>
            <a:r>
              <a:rPr sz="2800" dirty="0">
                <a:solidFill>
                  <a:srgbClr val="FFFFFF"/>
                </a:solidFill>
                <a:latin typeface="Arial"/>
                <a:cs typeface="Arial"/>
              </a:rPr>
              <a:t>a</a:t>
            </a:r>
            <a:r>
              <a:rPr sz="2800" spc="-80" dirty="0">
                <a:solidFill>
                  <a:srgbClr val="FFFFFF"/>
                </a:solidFill>
                <a:latin typeface="Arial"/>
                <a:cs typeface="Arial"/>
              </a:rPr>
              <a:t> </a:t>
            </a:r>
            <a:r>
              <a:rPr sz="2800" dirty="0">
                <a:solidFill>
                  <a:srgbClr val="FFFFFF"/>
                </a:solidFill>
                <a:latin typeface="Arial"/>
                <a:cs typeface="Arial"/>
              </a:rPr>
              <a:t>19</a:t>
            </a:r>
            <a:r>
              <a:rPr sz="2800" spc="-75" dirty="0">
                <a:solidFill>
                  <a:srgbClr val="FFFFFF"/>
                </a:solidFill>
                <a:latin typeface="Arial"/>
                <a:cs typeface="Arial"/>
              </a:rPr>
              <a:t> </a:t>
            </a:r>
            <a:r>
              <a:rPr sz="2800" dirty="0">
                <a:solidFill>
                  <a:srgbClr val="FFFFFF"/>
                </a:solidFill>
                <a:latin typeface="Arial"/>
                <a:cs typeface="Arial"/>
              </a:rPr>
              <a:t>de</a:t>
            </a:r>
            <a:r>
              <a:rPr sz="2800" spc="-80" dirty="0">
                <a:solidFill>
                  <a:srgbClr val="FFFFFF"/>
                </a:solidFill>
                <a:latin typeface="Arial"/>
                <a:cs typeface="Arial"/>
              </a:rPr>
              <a:t> </a:t>
            </a:r>
            <a:r>
              <a:rPr sz="2800" dirty="0">
                <a:solidFill>
                  <a:srgbClr val="FFFFFF"/>
                </a:solidFill>
                <a:latin typeface="Arial"/>
                <a:cs typeface="Arial"/>
              </a:rPr>
              <a:t>mayo</a:t>
            </a:r>
            <a:r>
              <a:rPr sz="2800" spc="-75" dirty="0">
                <a:solidFill>
                  <a:srgbClr val="FFFFFF"/>
                </a:solidFill>
                <a:latin typeface="Arial"/>
                <a:cs typeface="Arial"/>
              </a:rPr>
              <a:t> </a:t>
            </a:r>
            <a:r>
              <a:rPr sz="2800" dirty="0">
                <a:solidFill>
                  <a:srgbClr val="FFFFFF"/>
                </a:solidFill>
                <a:latin typeface="Arial"/>
                <a:cs typeface="Arial"/>
              </a:rPr>
              <a:t>del</a:t>
            </a:r>
            <a:r>
              <a:rPr sz="2800" spc="-80" dirty="0">
                <a:solidFill>
                  <a:srgbClr val="FFFFFF"/>
                </a:solidFill>
                <a:latin typeface="Arial"/>
                <a:cs typeface="Arial"/>
              </a:rPr>
              <a:t> </a:t>
            </a:r>
            <a:r>
              <a:rPr sz="2800" spc="-20" dirty="0">
                <a:solidFill>
                  <a:srgbClr val="FFFFFF"/>
                </a:solidFill>
                <a:latin typeface="Arial"/>
                <a:cs typeface="Arial"/>
              </a:rPr>
              <a:t>2026</a:t>
            </a:r>
            <a:endParaRPr sz="2800">
              <a:latin typeface="Arial"/>
              <a:cs typeface="Arial"/>
            </a:endParaRPr>
          </a:p>
        </p:txBody>
      </p:sp>
      <p:pic>
        <p:nvPicPr>
          <p:cNvPr id="3" name="object 3"/>
          <p:cNvPicPr/>
          <p:nvPr/>
        </p:nvPicPr>
        <p:blipFill>
          <a:blip r:embed="rId2" cstate="print"/>
          <a:stretch>
            <a:fillRect/>
          </a:stretch>
        </p:blipFill>
        <p:spPr>
          <a:xfrm>
            <a:off x="5830455" y="461817"/>
            <a:ext cx="5561326" cy="63308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8288000" cy="10287000"/>
          </a:xfrm>
          <a:prstGeom prst="rect">
            <a:avLst/>
          </a:prstGeom>
        </p:spPr>
      </p:pic>
      <p:pic>
        <p:nvPicPr>
          <p:cNvPr id="3" name="object 3"/>
          <p:cNvPicPr/>
          <p:nvPr/>
        </p:nvPicPr>
        <p:blipFill>
          <a:blip r:embed="rId3" cstate="print"/>
          <a:stretch>
            <a:fillRect/>
          </a:stretch>
        </p:blipFill>
        <p:spPr>
          <a:xfrm>
            <a:off x="10217454" y="2075218"/>
            <a:ext cx="6579146" cy="6579146"/>
          </a:xfrm>
          <a:prstGeom prst="rect">
            <a:avLst/>
          </a:prstGeom>
        </p:spPr>
      </p:pic>
      <p:pic>
        <p:nvPicPr>
          <p:cNvPr id="4" name="object 4"/>
          <p:cNvPicPr/>
          <p:nvPr/>
        </p:nvPicPr>
        <p:blipFill>
          <a:blip r:embed="rId4" cstate="print"/>
          <a:stretch>
            <a:fillRect/>
          </a:stretch>
        </p:blipFill>
        <p:spPr>
          <a:xfrm>
            <a:off x="0" y="8710282"/>
            <a:ext cx="3608796" cy="920165"/>
          </a:xfrm>
          <a:prstGeom prst="rect">
            <a:avLst/>
          </a:prstGeom>
        </p:spPr>
      </p:pic>
      <p:pic>
        <p:nvPicPr>
          <p:cNvPr id="5" name="object 5"/>
          <p:cNvPicPr/>
          <p:nvPr/>
        </p:nvPicPr>
        <p:blipFill>
          <a:blip r:embed="rId5" cstate="print"/>
          <a:stretch>
            <a:fillRect/>
          </a:stretch>
        </p:blipFill>
        <p:spPr>
          <a:xfrm>
            <a:off x="13401929" y="0"/>
            <a:ext cx="3857421" cy="617938"/>
          </a:xfrm>
          <a:prstGeom prst="rect">
            <a:avLst/>
          </a:prstGeom>
        </p:spPr>
      </p:pic>
      <p:sp>
        <p:nvSpPr>
          <p:cNvPr id="6" name="object 6"/>
          <p:cNvSpPr txBox="1">
            <a:spLocks noGrp="1"/>
          </p:cNvSpPr>
          <p:nvPr>
            <p:ph type="title"/>
          </p:nvPr>
        </p:nvSpPr>
        <p:spPr>
          <a:xfrm>
            <a:off x="1666608" y="3399028"/>
            <a:ext cx="8662035" cy="1305560"/>
          </a:xfrm>
          <a:prstGeom prst="rect">
            <a:avLst/>
          </a:prstGeom>
        </p:spPr>
        <p:txBody>
          <a:bodyPr vert="horz" wrap="square" lIns="0" tIns="12700" rIns="0" bIns="0" rtlCol="0">
            <a:spAutoFit/>
          </a:bodyPr>
          <a:lstStyle/>
          <a:p>
            <a:pPr marL="12700">
              <a:lnSpc>
                <a:spcPct val="100000"/>
              </a:lnSpc>
              <a:spcBef>
                <a:spcPts val="100"/>
              </a:spcBef>
            </a:pPr>
            <a:r>
              <a:rPr sz="8400" spc="195" dirty="0"/>
              <a:t>INTRODUCCIÓN</a:t>
            </a:r>
            <a:endParaRPr sz="8400"/>
          </a:p>
        </p:txBody>
      </p:sp>
      <p:sp>
        <p:nvSpPr>
          <p:cNvPr id="7" name="object 7"/>
          <p:cNvSpPr txBox="1"/>
          <p:nvPr/>
        </p:nvSpPr>
        <p:spPr>
          <a:xfrm>
            <a:off x="1666608" y="4926850"/>
            <a:ext cx="6833870" cy="4074833"/>
          </a:xfrm>
          <a:prstGeom prst="rect">
            <a:avLst/>
          </a:prstGeom>
        </p:spPr>
        <p:txBody>
          <a:bodyPr vert="horz" wrap="square" lIns="0" tIns="12065" rIns="0" bIns="0" rtlCol="0">
            <a:spAutoFit/>
          </a:bodyPr>
          <a:lstStyle/>
          <a:p>
            <a:pPr algn="l"/>
            <a:r>
              <a:rPr lang="es-ES" sz="2400" b="0" i="0" dirty="0">
                <a:solidFill>
                  <a:schemeClr val="bg1"/>
                </a:solidFill>
                <a:effectLst/>
                <a:latin typeface="pplxSerif"/>
              </a:rPr>
              <a:t>En esta práctica se realizó la instalación y configuración de Ubuntu junto con Windows en un mismo equipo, mediante el proceso de particionado de disco y arranque desde una memoria USB. Además, se trabajó con Docker para crear y administrar contenedores de bases de datos como MySQL, PostgreSQL y Oracle, con el objetivo de conocer un entorno de trabajo más cercano a escenarios reales de desarrollo y administración de sistemas.</a:t>
            </a:r>
          </a:p>
          <a:p>
            <a:br>
              <a:rPr lang="es-ES" sz="2400" dirty="0"/>
            </a:br>
            <a:endParaRPr sz="24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8288000" cy="10287000"/>
          </a:xfrm>
          <a:prstGeom prst="rect">
            <a:avLst/>
          </a:prstGeom>
        </p:spPr>
      </p:pic>
      <p:pic>
        <p:nvPicPr>
          <p:cNvPr id="3" name="object 3"/>
          <p:cNvPicPr/>
          <p:nvPr/>
        </p:nvPicPr>
        <p:blipFill>
          <a:blip r:embed="rId3" cstate="print"/>
          <a:stretch>
            <a:fillRect/>
          </a:stretch>
        </p:blipFill>
        <p:spPr>
          <a:xfrm>
            <a:off x="10217454" y="2075218"/>
            <a:ext cx="6579146" cy="6579146"/>
          </a:xfrm>
          <a:prstGeom prst="rect">
            <a:avLst/>
          </a:prstGeom>
        </p:spPr>
      </p:pic>
      <p:pic>
        <p:nvPicPr>
          <p:cNvPr id="4" name="object 4"/>
          <p:cNvPicPr/>
          <p:nvPr/>
        </p:nvPicPr>
        <p:blipFill>
          <a:blip r:embed="rId4" cstate="print"/>
          <a:stretch>
            <a:fillRect/>
          </a:stretch>
        </p:blipFill>
        <p:spPr>
          <a:xfrm>
            <a:off x="0" y="8710282"/>
            <a:ext cx="3608796" cy="920165"/>
          </a:xfrm>
          <a:prstGeom prst="rect">
            <a:avLst/>
          </a:prstGeom>
        </p:spPr>
      </p:pic>
      <p:pic>
        <p:nvPicPr>
          <p:cNvPr id="5" name="object 5"/>
          <p:cNvPicPr/>
          <p:nvPr/>
        </p:nvPicPr>
        <p:blipFill>
          <a:blip r:embed="rId5" cstate="print"/>
          <a:stretch>
            <a:fillRect/>
          </a:stretch>
        </p:blipFill>
        <p:spPr>
          <a:xfrm>
            <a:off x="13401929" y="0"/>
            <a:ext cx="3857421" cy="617938"/>
          </a:xfrm>
          <a:prstGeom prst="rect">
            <a:avLst/>
          </a:prstGeom>
        </p:spPr>
      </p:pic>
      <p:sp>
        <p:nvSpPr>
          <p:cNvPr id="6" name="object 6"/>
          <p:cNvSpPr txBox="1">
            <a:spLocks noGrp="1"/>
          </p:cNvSpPr>
          <p:nvPr>
            <p:ph type="title"/>
          </p:nvPr>
        </p:nvSpPr>
        <p:spPr>
          <a:xfrm>
            <a:off x="1491400" y="2415457"/>
            <a:ext cx="8456295" cy="1305560"/>
          </a:xfrm>
          <a:prstGeom prst="rect">
            <a:avLst/>
          </a:prstGeom>
        </p:spPr>
        <p:txBody>
          <a:bodyPr vert="horz" wrap="square" lIns="0" tIns="12700" rIns="0" bIns="0" rtlCol="0">
            <a:spAutoFit/>
          </a:bodyPr>
          <a:lstStyle/>
          <a:p>
            <a:pPr marL="12700">
              <a:lnSpc>
                <a:spcPct val="100000"/>
              </a:lnSpc>
              <a:spcBef>
                <a:spcPts val="100"/>
              </a:spcBef>
            </a:pPr>
            <a:r>
              <a:rPr sz="8400" spc="200" dirty="0"/>
              <a:t>JUSTIFICACION</a:t>
            </a:r>
            <a:endParaRPr sz="8400" dirty="0"/>
          </a:p>
        </p:txBody>
      </p:sp>
      <p:sp>
        <p:nvSpPr>
          <p:cNvPr id="7" name="object 7"/>
          <p:cNvSpPr txBox="1"/>
          <p:nvPr/>
        </p:nvSpPr>
        <p:spPr>
          <a:xfrm>
            <a:off x="2031659" y="3709252"/>
            <a:ext cx="6682105" cy="6660798"/>
          </a:xfrm>
          <a:prstGeom prst="rect">
            <a:avLst/>
          </a:prstGeom>
        </p:spPr>
        <p:txBody>
          <a:bodyPr vert="horz" wrap="square" lIns="0" tIns="12700" rIns="0" bIns="0" rtlCol="0">
            <a:spAutoFit/>
          </a:bodyPr>
          <a:lstStyle/>
          <a:p>
            <a:pPr algn="l"/>
            <a:r>
              <a:rPr lang="es-ES" sz="2400" b="0" i="0" dirty="0">
                <a:solidFill>
                  <a:schemeClr val="bg1"/>
                </a:solidFill>
                <a:effectLst/>
                <a:latin typeface="pplxSerif"/>
              </a:rPr>
              <a:t>La realización de esta práctica es importante porque permite al estudiante adquirir habilidades técnicas fundamentales para su formación en ingeniería en sistemas. Instalar un sistema operativo como Ubuntu en conjunto con Windows enseña a gestionar recursos del hardware, realizar particiones correctamente y configurar un entorno de arranque dual sin perder información.</a:t>
            </a:r>
          </a:p>
          <a:p>
            <a:pPr algn="l"/>
            <a:r>
              <a:rPr lang="es-ES" sz="2400" b="0" i="0" dirty="0">
                <a:solidFill>
                  <a:schemeClr val="bg1"/>
                </a:solidFill>
                <a:effectLst/>
                <a:latin typeface="pplxSerif"/>
              </a:rPr>
              <a:t>Por otra parte, el uso de Docker facilita el despliegue de motores de bases de datos sin necesidad de instalar cada uno directamente en el sistema operativo, lo que mejora la organización, reduce errores y permite trabajar de manera más eficiente. Aprender a crear y administrar contenedores de MySQL, PostgreSQL y Oracle resulta útil para enfrentar proyectos académicos y profesionales donde se requieren entornos rápidos, seguros y reproducibles.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4" dirty="0"/>
              <a:t>Paso</a:t>
            </a:r>
            <a:r>
              <a:rPr spc="345" dirty="0"/>
              <a:t> </a:t>
            </a:r>
            <a:r>
              <a:rPr dirty="0"/>
              <a:t>1</a:t>
            </a:r>
            <a:r>
              <a:rPr spc="350" dirty="0"/>
              <a:t> </a:t>
            </a:r>
            <a:r>
              <a:rPr spc="150" dirty="0"/>
              <a:t>Descargaremos</a:t>
            </a:r>
            <a:r>
              <a:rPr spc="345" dirty="0"/>
              <a:t> </a:t>
            </a:r>
            <a:r>
              <a:rPr spc="75" dirty="0"/>
              <a:t>la</a:t>
            </a:r>
            <a:r>
              <a:rPr spc="350" dirty="0"/>
              <a:t> </a:t>
            </a:r>
            <a:r>
              <a:rPr spc="130" dirty="0"/>
              <a:t>imagen</a:t>
            </a:r>
            <a:r>
              <a:rPr spc="350" dirty="0"/>
              <a:t> </a:t>
            </a:r>
            <a:r>
              <a:rPr spc="95" dirty="0"/>
              <a:t>ISO</a:t>
            </a:r>
            <a:r>
              <a:rPr spc="345" dirty="0"/>
              <a:t> </a:t>
            </a:r>
            <a:r>
              <a:rPr spc="70" dirty="0"/>
              <a:t>de</a:t>
            </a:r>
            <a:r>
              <a:rPr spc="350" dirty="0"/>
              <a:t> </a:t>
            </a:r>
            <a:r>
              <a:rPr spc="130" dirty="0"/>
              <a:t>Ubuntu</a:t>
            </a:r>
            <a:r>
              <a:rPr spc="350" dirty="0"/>
              <a:t> </a:t>
            </a:r>
            <a:r>
              <a:rPr spc="120" dirty="0"/>
              <a:t>linux</a:t>
            </a:r>
          </a:p>
        </p:txBody>
      </p:sp>
      <p:sp>
        <p:nvSpPr>
          <p:cNvPr id="3" name="object 3"/>
          <p:cNvSpPr txBox="1"/>
          <p:nvPr/>
        </p:nvSpPr>
        <p:spPr>
          <a:xfrm>
            <a:off x="8534400" y="3118218"/>
            <a:ext cx="7848600" cy="4311015"/>
          </a:xfrm>
          <a:prstGeom prst="rect">
            <a:avLst/>
          </a:prstGeom>
        </p:spPr>
        <p:txBody>
          <a:bodyPr vert="horz" wrap="square" lIns="0" tIns="0" rIns="0" bIns="0" rtlCol="0">
            <a:spAutoFit/>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260"/>
              </a:spcBef>
            </a:pPr>
            <a:endParaRPr sz="1800">
              <a:latin typeface="Times New Roman"/>
              <a:cs typeface="Times New Roman"/>
            </a:endParaRPr>
          </a:p>
          <a:p>
            <a:pPr marL="493395">
              <a:lnSpc>
                <a:spcPct val="100000"/>
              </a:lnSpc>
            </a:pPr>
            <a:r>
              <a:rPr sz="1800" spc="-25" dirty="0">
                <a:latin typeface="Calibri"/>
                <a:cs typeface="Calibri"/>
              </a:rPr>
              <a:t>03</a:t>
            </a:r>
            <a:endParaRPr sz="1800">
              <a:latin typeface="Calibri"/>
              <a:cs typeface="Calibri"/>
            </a:endParaRPr>
          </a:p>
        </p:txBody>
      </p:sp>
      <p:pic>
        <p:nvPicPr>
          <p:cNvPr id="4" name="object 4"/>
          <p:cNvPicPr/>
          <p:nvPr/>
        </p:nvPicPr>
        <p:blipFill>
          <a:blip r:embed="rId2" cstate="print"/>
          <a:stretch>
            <a:fillRect/>
          </a:stretch>
        </p:blipFill>
        <p:spPr>
          <a:xfrm>
            <a:off x="331095" y="3125711"/>
            <a:ext cx="8001406" cy="4303318"/>
          </a:xfrm>
          <a:prstGeom prst="rect">
            <a:avLst/>
          </a:prstGeom>
        </p:spPr>
      </p:pic>
      <p:sp>
        <p:nvSpPr>
          <p:cNvPr id="5" name="object 5"/>
          <p:cNvSpPr txBox="1"/>
          <p:nvPr/>
        </p:nvSpPr>
        <p:spPr>
          <a:xfrm>
            <a:off x="809558" y="7825346"/>
            <a:ext cx="7070725" cy="848360"/>
          </a:xfrm>
          <a:prstGeom prst="rect">
            <a:avLst/>
          </a:prstGeom>
        </p:spPr>
        <p:txBody>
          <a:bodyPr vert="horz" wrap="square" lIns="0" tIns="12700" rIns="0" bIns="0" rtlCol="0">
            <a:spAutoFit/>
          </a:bodyPr>
          <a:lstStyle/>
          <a:p>
            <a:pPr marL="12700" marR="5080">
              <a:lnSpc>
                <a:spcPct val="100000"/>
              </a:lnSpc>
              <a:spcBef>
                <a:spcPts val="100"/>
              </a:spcBef>
            </a:pPr>
            <a:r>
              <a:rPr sz="1800" spc="125" dirty="0">
                <a:solidFill>
                  <a:srgbClr val="FFFFFF"/>
                </a:solidFill>
                <a:latin typeface="Arial"/>
                <a:cs typeface="Arial"/>
              </a:rPr>
              <a:t>Para</a:t>
            </a:r>
            <a:r>
              <a:rPr sz="1800" spc="350" dirty="0">
                <a:solidFill>
                  <a:srgbClr val="FFFFFF"/>
                </a:solidFill>
                <a:latin typeface="Arial"/>
                <a:cs typeface="Arial"/>
              </a:rPr>
              <a:t> </a:t>
            </a:r>
            <a:r>
              <a:rPr sz="1800" spc="125" dirty="0">
                <a:solidFill>
                  <a:srgbClr val="FFFFFF"/>
                </a:solidFill>
                <a:latin typeface="Arial"/>
                <a:cs typeface="Arial"/>
              </a:rPr>
              <a:t>esto</a:t>
            </a:r>
            <a:r>
              <a:rPr sz="1800" spc="355" dirty="0">
                <a:solidFill>
                  <a:srgbClr val="FFFFFF"/>
                </a:solidFill>
                <a:latin typeface="Arial"/>
                <a:cs typeface="Arial"/>
              </a:rPr>
              <a:t> </a:t>
            </a:r>
            <a:r>
              <a:rPr sz="1800" spc="110" dirty="0">
                <a:solidFill>
                  <a:srgbClr val="FFFFFF"/>
                </a:solidFill>
                <a:latin typeface="Arial"/>
                <a:cs typeface="Arial"/>
              </a:rPr>
              <a:t>nos</a:t>
            </a:r>
            <a:r>
              <a:rPr sz="1800" spc="350" dirty="0">
                <a:solidFill>
                  <a:srgbClr val="FFFFFF"/>
                </a:solidFill>
                <a:latin typeface="Arial"/>
                <a:cs typeface="Arial"/>
              </a:rPr>
              <a:t> </a:t>
            </a:r>
            <a:r>
              <a:rPr sz="1800" spc="145" dirty="0">
                <a:solidFill>
                  <a:srgbClr val="FFFFFF"/>
                </a:solidFill>
                <a:latin typeface="Arial"/>
                <a:cs typeface="Arial"/>
              </a:rPr>
              <a:t>dirijimos</a:t>
            </a:r>
            <a:r>
              <a:rPr sz="1800" spc="355" dirty="0">
                <a:solidFill>
                  <a:srgbClr val="FFFFFF"/>
                </a:solidFill>
                <a:latin typeface="Arial"/>
                <a:cs typeface="Arial"/>
              </a:rPr>
              <a:t> </a:t>
            </a:r>
            <a:r>
              <a:rPr sz="1800" dirty="0">
                <a:solidFill>
                  <a:srgbClr val="FFFFFF"/>
                </a:solidFill>
                <a:latin typeface="Arial"/>
                <a:cs typeface="Arial"/>
              </a:rPr>
              <a:t>a</a:t>
            </a:r>
            <a:r>
              <a:rPr sz="1800" spc="350" dirty="0">
                <a:solidFill>
                  <a:srgbClr val="FFFFFF"/>
                </a:solidFill>
                <a:latin typeface="Arial"/>
                <a:cs typeface="Arial"/>
              </a:rPr>
              <a:t> </a:t>
            </a:r>
            <a:r>
              <a:rPr sz="1800" spc="80" dirty="0">
                <a:solidFill>
                  <a:srgbClr val="FFFFFF"/>
                </a:solidFill>
                <a:latin typeface="Arial"/>
                <a:cs typeface="Arial"/>
              </a:rPr>
              <a:t>la</a:t>
            </a:r>
            <a:r>
              <a:rPr sz="1800" spc="355" dirty="0">
                <a:solidFill>
                  <a:srgbClr val="FFFFFF"/>
                </a:solidFill>
                <a:latin typeface="Arial"/>
                <a:cs typeface="Arial"/>
              </a:rPr>
              <a:t> </a:t>
            </a:r>
            <a:r>
              <a:rPr sz="1800" spc="140" dirty="0">
                <a:solidFill>
                  <a:srgbClr val="FFFFFF"/>
                </a:solidFill>
                <a:latin typeface="Arial"/>
                <a:cs typeface="Arial"/>
              </a:rPr>
              <a:t>pagina</a:t>
            </a:r>
            <a:r>
              <a:rPr sz="1800" spc="350" dirty="0">
                <a:solidFill>
                  <a:srgbClr val="FFFFFF"/>
                </a:solidFill>
                <a:latin typeface="Arial"/>
                <a:cs typeface="Arial"/>
              </a:rPr>
              <a:t> </a:t>
            </a:r>
            <a:r>
              <a:rPr sz="1800" spc="105" dirty="0">
                <a:solidFill>
                  <a:srgbClr val="FFFFFF"/>
                </a:solidFill>
                <a:latin typeface="Arial"/>
                <a:cs typeface="Arial"/>
              </a:rPr>
              <a:t>web:</a:t>
            </a:r>
            <a:r>
              <a:rPr sz="1800" spc="500" dirty="0">
                <a:solidFill>
                  <a:srgbClr val="FFFFFF"/>
                </a:solidFill>
                <a:latin typeface="Arial"/>
                <a:cs typeface="Arial"/>
              </a:rPr>
              <a:t>                </a:t>
            </a:r>
            <a:r>
              <a:rPr sz="1800" u="sng" spc="85" dirty="0">
                <a:solidFill>
                  <a:srgbClr val="0000FF"/>
                </a:solidFill>
                <a:uFill>
                  <a:solidFill>
                    <a:srgbClr val="0000FF"/>
                  </a:solidFill>
                </a:uFill>
                <a:latin typeface="Arial"/>
                <a:cs typeface="Arial"/>
                <a:hlinkClick r:id="rId3"/>
              </a:rPr>
              <a:t>ht</a:t>
            </a:r>
            <a:r>
              <a:rPr sz="1800" spc="-325" dirty="0">
                <a:solidFill>
                  <a:srgbClr val="0000FF"/>
                </a:solidFill>
                <a:latin typeface="Arial"/>
                <a:cs typeface="Arial"/>
                <a:hlinkClick r:id="rId3"/>
              </a:rPr>
              <a:t> </a:t>
            </a:r>
            <a:r>
              <a:rPr sz="1800" u="sng" spc="125" dirty="0">
                <a:solidFill>
                  <a:srgbClr val="0000FF"/>
                </a:solidFill>
                <a:uFill>
                  <a:solidFill>
                    <a:srgbClr val="0000FF"/>
                  </a:solidFill>
                </a:uFill>
                <a:latin typeface="Arial"/>
                <a:cs typeface="Arial"/>
                <a:hlinkClick r:id="rId3"/>
              </a:rPr>
              <a:t>tps:</a:t>
            </a:r>
            <a:r>
              <a:rPr sz="1800" spc="-325" dirty="0">
                <a:solidFill>
                  <a:srgbClr val="0000FF"/>
                </a:solidFill>
                <a:latin typeface="Arial"/>
                <a:cs typeface="Arial"/>
                <a:hlinkClick r:id="rId3"/>
              </a:rPr>
              <a:t> </a:t>
            </a:r>
            <a:r>
              <a:rPr sz="1800" u="sng" dirty="0">
                <a:solidFill>
                  <a:srgbClr val="0000FF"/>
                </a:solidFill>
                <a:uFill>
                  <a:solidFill>
                    <a:srgbClr val="0000FF"/>
                  </a:solidFill>
                </a:uFill>
                <a:latin typeface="Arial"/>
                <a:cs typeface="Arial"/>
                <a:hlinkClick r:id="rId3"/>
              </a:rPr>
              <a:t>/</a:t>
            </a:r>
            <a:r>
              <a:rPr sz="1800" spc="-325" dirty="0">
                <a:solidFill>
                  <a:srgbClr val="0000FF"/>
                </a:solidFill>
                <a:latin typeface="Arial"/>
                <a:cs typeface="Arial"/>
                <a:hlinkClick r:id="rId3"/>
              </a:rPr>
              <a:t> </a:t>
            </a:r>
            <a:r>
              <a:rPr sz="1800" u="sng" spc="155" dirty="0">
                <a:solidFill>
                  <a:srgbClr val="0000FF"/>
                </a:solidFill>
                <a:uFill>
                  <a:solidFill>
                    <a:srgbClr val="0000FF"/>
                  </a:solidFill>
                </a:uFill>
                <a:latin typeface="Arial"/>
                <a:cs typeface="Arial"/>
                <a:hlinkClick r:id="rId3"/>
              </a:rPr>
              <a:t>/ubuntu.com/download</a:t>
            </a:r>
            <a:r>
              <a:rPr sz="1800" spc="375" dirty="0">
                <a:solidFill>
                  <a:srgbClr val="0000FF"/>
                </a:solidFill>
                <a:latin typeface="Arial"/>
                <a:cs typeface="Arial"/>
              </a:rPr>
              <a:t> </a:t>
            </a:r>
            <a:r>
              <a:rPr sz="1800" dirty="0">
                <a:solidFill>
                  <a:srgbClr val="FFFFFF"/>
                </a:solidFill>
                <a:latin typeface="Arial"/>
                <a:cs typeface="Arial"/>
              </a:rPr>
              <a:t>y</a:t>
            </a:r>
            <a:r>
              <a:rPr sz="1800" spc="375" dirty="0">
                <a:solidFill>
                  <a:srgbClr val="FFFFFF"/>
                </a:solidFill>
                <a:latin typeface="Arial"/>
                <a:cs typeface="Arial"/>
              </a:rPr>
              <a:t> </a:t>
            </a:r>
            <a:r>
              <a:rPr sz="1800" spc="150" dirty="0">
                <a:solidFill>
                  <a:srgbClr val="FFFFFF"/>
                </a:solidFill>
                <a:latin typeface="Arial"/>
                <a:cs typeface="Arial"/>
              </a:rPr>
              <a:t>selecionamos</a:t>
            </a:r>
            <a:r>
              <a:rPr sz="1800" spc="375" dirty="0">
                <a:solidFill>
                  <a:srgbClr val="FFFFFF"/>
                </a:solidFill>
                <a:latin typeface="Arial"/>
                <a:cs typeface="Arial"/>
              </a:rPr>
              <a:t> </a:t>
            </a:r>
            <a:r>
              <a:rPr sz="1800" spc="80" dirty="0">
                <a:solidFill>
                  <a:srgbClr val="FFFFFF"/>
                </a:solidFill>
                <a:latin typeface="Arial"/>
                <a:cs typeface="Arial"/>
              </a:rPr>
              <a:t>la</a:t>
            </a:r>
            <a:r>
              <a:rPr sz="1800" spc="375" dirty="0">
                <a:solidFill>
                  <a:srgbClr val="FFFFFF"/>
                </a:solidFill>
                <a:latin typeface="Arial"/>
                <a:cs typeface="Arial"/>
              </a:rPr>
              <a:t> </a:t>
            </a:r>
            <a:r>
              <a:rPr sz="1800" spc="140" dirty="0">
                <a:solidFill>
                  <a:srgbClr val="FFFFFF"/>
                </a:solidFill>
                <a:latin typeface="Arial"/>
                <a:cs typeface="Arial"/>
              </a:rPr>
              <a:t>opción</a:t>
            </a:r>
            <a:r>
              <a:rPr sz="1800" spc="375" dirty="0">
                <a:solidFill>
                  <a:srgbClr val="FFFFFF"/>
                </a:solidFill>
                <a:latin typeface="Arial"/>
                <a:cs typeface="Arial"/>
              </a:rPr>
              <a:t> </a:t>
            </a:r>
            <a:r>
              <a:rPr sz="1800" spc="60" dirty="0">
                <a:solidFill>
                  <a:srgbClr val="FFFFFF"/>
                </a:solidFill>
                <a:latin typeface="Arial"/>
                <a:cs typeface="Arial"/>
              </a:rPr>
              <a:t>de </a:t>
            </a:r>
            <a:r>
              <a:rPr sz="1800" spc="135" dirty="0">
                <a:solidFill>
                  <a:srgbClr val="FFFFFF"/>
                </a:solidFill>
                <a:latin typeface="Arial"/>
                <a:cs typeface="Arial"/>
              </a:rPr>
              <a:t>DESKOP</a:t>
            </a:r>
            <a:r>
              <a:rPr sz="1800" spc="355" dirty="0">
                <a:solidFill>
                  <a:srgbClr val="FFFFFF"/>
                </a:solidFill>
                <a:latin typeface="Arial"/>
                <a:cs typeface="Arial"/>
              </a:rPr>
              <a:t> </a:t>
            </a:r>
            <a:r>
              <a:rPr sz="1800" dirty="0">
                <a:solidFill>
                  <a:srgbClr val="FFFFFF"/>
                </a:solidFill>
                <a:latin typeface="Arial"/>
                <a:cs typeface="Arial"/>
              </a:rPr>
              <a:t>y</a:t>
            </a:r>
            <a:r>
              <a:rPr sz="1800" spc="360" dirty="0">
                <a:solidFill>
                  <a:srgbClr val="FFFFFF"/>
                </a:solidFill>
                <a:latin typeface="Arial"/>
                <a:cs typeface="Arial"/>
              </a:rPr>
              <a:t> </a:t>
            </a:r>
            <a:r>
              <a:rPr sz="1800" spc="150" dirty="0">
                <a:solidFill>
                  <a:srgbClr val="FFFFFF"/>
                </a:solidFill>
                <a:latin typeface="Arial"/>
                <a:cs typeface="Arial"/>
              </a:rPr>
              <a:t>presionamos</a:t>
            </a:r>
            <a:r>
              <a:rPr sz="1800" spc="355" dirty="0">
                <a:solidFill>
                  <a:srgbClr val="FFFFFF"/>
                </a:solidFill>
                <a:latin typeface="Arial"/>
                <a:cs typeface="Arial"/>
              </a:rPr>
              <a:t> </a:t>
            </a:r>
            <a:r>
              <a:rPr sz="1800" spc="80" dirty="0">
                <a:solidFill>
                  <a:srgbClr val="FFFFFF"/>
                </a:solidFill>
                <a:latin typeface="Arial"/>
                <a:cs typeface="Arial"/>
              </a:rPr>
              <a:t>el</a:t>
            </a:r>
            <a:r>
              <a:rPr sz="1800" spc="360" dirty="0">
                <a:solidFill>
                  <a:srgbClr val="FFFFFF"/>
                </a:solidFill>
                <a:latin typeface="Arial"/>
                <a:cs typeface="Arial"/>
              </a:rPr>
              <a:t> </a:t>
            </a:r>
            <a:r>
              <a:rPr sz="1800" spc="135" dirty="0">
                <a:solidFill>
                  <a:srgbClr val="FFFFFF"/>
                </a:solidFill>
                <a:latin typeface="Arial"/>
                <a:cs typeface="Arial"/>
              </a:rPr>
              <a:t>boton</a:t>
            </a:r>
            <a:r>
              <a:rPr sz="1800" spc="355" dirty="0">
                <a:solidFill>
                  <a:srgbClr val="FFFFFF"/>
                </a:solidFill>
                <a:latin typeface="Arial"/>
                <a:cs typeface="Arial"/>
              </a:rPr>
              <a:t> </a:t>
            </a:r>
            <a:r>
              <a:rPr sz="1800" spc="120" dirty="0">
                <a:solidFill>
                  <a:srgbClr val="FFFFFF"/>
                </a:solidFill>
                <a:latin typeface="Arial"/>
                <a:cs typeface="Arial"/>
              </a:rPr>
              <a:t>verde</a:t>
            </a:r>
            <a:endParaRPr sz="1800">
              <a:latin typeface="Arial"/>
              <a:cs typeface="Arial"/>
            </a:endParaRPr>
          </a:p>
        </p:txBody>
      </p:sp>
      <p:pic>
        <p:nvPicPr>
          <p:cNvPr id="6" name="object 6"/>
          <p:cNvPicPr/>
          <p:nvPr/>
        </p:nvPicPr>
        <p:blipFill>
          <a:blip r:embed="rId4" cstate="print"/>
          <a:stretch>
            <a:fillRect/>
          </a:stretch>
        </p:blipFill>
        <p:spPr>
          <a:xfrm>
            <a:off x="8534400" y="3118218"/>
            <a:ext cx="7848600" cy="4310799"/>
          </a:xfrm>
          <a:prstGeom prst="rect">
            <a:avLst/>
          </a:prstGeom>
        </p:spPr>
      </p:pic>
      <p:sp>
        <p:nvSpPr>
          <p:cNvPr id="7" name="object 7"/>
          <p:cNvSpPr txBox="1"/>
          <p:nvPr/>
        </p:nvSpPr>
        <p:spPr>
          <a:xfrm>
            <a:off x="8411247" y="8292451"/>
            <a:ext cx="617347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a:cs typeface="Arial"/>
              </a:rPr>
              <a:t>Y</a:t>
            </a:r>
            <a:r>
              <a:rPr sz="1800" spc="385" dirty="0">
                <a:solidFill>
                  <a:srgbClr val="FFFFFF"/>
                </a:solidFill>
                <a:latin typeface="Arial"/>
                <a:cs typeface="Arial"/>
              </a:rPr>
              <a:t> </a:t>
            </a:r>
            <a:r>
              <a:rPr sz="1800" spc="125" dirty="0">
                <a:solidFill>
                  <a:srgbClr val="FFFFFF"/>
                </a:solidFill>
                <a:latin typeface="Arial"/>
                <a:cs typeface="Arial"/>
              </a:rPr>
              <a:t>aquí</a:t>
            </a:r>
            <a:r>
              <a:rPr sz="1800" spc="385" dirty="0">
                <a:solidFill>
                  <a:srgbClr val="FFFFFF"/>
                </a:solidFill>
                <a:latin typeface="Arial"/>
                <a:cs typeface="Arial"/>
              </a:rPr>
              <a:t> </a:t>
            </a:r>
            <a:r>
              <a:rPr sz="1800" spc="155" dirty="0">
                <a:solidFill>
                  <a:srgbClr val="FFFFFF"/>
                </a:solidFill>
                <a:latin typeface="Arial"/>
                <a:cs typeface="Arial"/>
              </a:rPr>
              <a:t>seleccionamos:</a:t>
            </a:r>
            <a:r>
              <a:rPr sz="1800" spc="385" dirty="0">
                <a:solidFill>
                  <a:srgbClr val="FFFFFF"/>
                </a:solidFill>
                <a:latin typeface="Arial"/>
                <a:cs typeface="Arial"/>
              </a:rPr>
              <a:t> </a:t>
            </a:r>
            <a:r>
              <a:rPr sz="1800" spc="60" dirty="0">
                <a:latin typeface="Microsoft Sans Serif"/>
                <a:cs typeface="Microsoft Sans Serif"/>
              </a:rPr>
              <a:t>Intel</a:t>
            </a:r>
            <a:r>
              <a:rPr sz="1800" spc="-45" dirty="0">
                <a:latin typeface="Microsoft Sans Serif"/>
                <a:cs typeface="Microsoft Sans Serif"/>
              </a:rPr>
              <a:t> </a:t>
            </a:r>
            <a:r>
              <a:rPr sz="1800" spc="70" dirty="0">
                <a:latin typeface="Microsoft Sans Serif"/>
                <a:cs typeface="Microsoft Sans Serif"/>
              </a:rPr>
              <a:t>or</a:t>
            </a:r>
            <a:r>
              <a:rPr sz="1800" spc="-50" dirty="0">
                <a:latin typeface="Microsoft Sans Serif"/>
                <a:cs typeface="Microsoft Sans Serif"/>
              </a:rPr>
              <a:t> </a:t>
            </a:r>
            <a:r>
              <a:rPr sz="1800" dirty="0">
                <a:latin typeface="Microsoft Sans Serif"/>
                <a:cs typeface="Microsoft Sans Serif"/>
              </a:rPr>
              <a:t>AMD</a:t>
            </a:r>
            <a:r>
              <a:rPr sz="1800" spc="-45" dirty="0">
                <a:latin typeface="Microsoft Sans Serif"/>
                <a:cs typeface="Microsoft Sans Serif"/>
              </a:rPr>
              <a:t> </a:t>
            </a:r>
            <a:r>
              <a:rPr sz="1800" spc="50" dirty="0">
                <a:latin typeface="Microsoft Sans Serif"/>
                <a:cs typeface="Microsoft Sans Serif"/>
              </a:rPr>
              <a:t>64-</a:t>
            </a:r>
            <a:r>
              <a:rPr sz="1800" dirty="0">
                <a:latin typeface="Microsoft Sans Serif"/>
                <a:cs typeface="Microsoft Sans Serif"/>
              </a:rPr>
              <a:t>bit</a:t>
            </a:r>
            <a:r>
              <a:rPr sz="1800" spc="-45" dirty="0">
                <a:latin typeface="Microsoft Sans Serif"/>
                <a:cs typeface="Microsoft Sans Serif"/>
              </a:rPr>
              <a:t> </a:t>
            </a:r>
            <a:r>
              <a:rPr sz="1800" spc="-10" dirty="0">
                <a:latin typeface="Microsoft Sans Serif"/>
                <a:cs typeface="Microsoft Sans Serif"/>
              </a:rPr>
              <a:t>architecture</a:t>
            </a:r>
            <a:endParaRPr sz="1800">
              <a:latin typeface="Microsoft Sans Serif"/>
              <a:cs typeface="Microsoft Sans Serif"/>
            </a:endParaRPr>
          </a:p>
        </p:txBody>
      </p:sp>
      <p:sp>
        <p:nvSpPr>
          <p:cNvPr id="8" name="object 8"/>
          <p:cNvSpPr txBox="1"/>
          <p:nvPr/>
        </p:nvSpPr>
        <p:spPr>
          <a:xfrm>
            <a:off x="8411247" y="8831295"/>
            <a:ext cx="249872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y</a:t>
            </a:r>
            <a:r>
              <a:rPr sz="1800" spc="-25" dirty="0">
                <a:latin typeface="Calibri"/>
                <a:cs typeface="Calibri"/>
              </a:rPr>
              <a:t> </a:t>
            </a:r>
            <a:r>
              <a:rPr sz="1800" dirty="0">
                <a:latin typeface="Calibri"/>
                <a:cs typeface="Calibri"/>
              </a:rPr>
              <a:t>damos</a:t>
            </a:r>
            <a:r>
              <a:rPr sz="1800" spc="-25" dirty="0">
                <a:latin typeface="Calibri"/>
                <a:cs typeface="Calibri"/>
              </a:rPr>
              <a:t> </a:t>
            </a:r>
            <a:r>
              <a:rPr sz="1800" dirty="0">
                <a:latin typeface="Calibri"/>
                <a:cs typeface="Calibri"/>
              </a:rPr>
              <a:t>click</a:t>
            </a:r>
            <a:r>
              <a:rPr sz="1800" spc="-25" dirty="0">
                <a:latin typeface="Calibri"/>
                <a:cs typeface="Calibri"/>
              </a:rPr>
              <a:t> </a:t>
            </a:r>
            <a:r>
              <a:rPr sz="1800" dirty="0">
                <a:latin typeface="Calibri"/>
                <a:cs typeface="Calibri"/>
              </a:rPr>
              <a:t>en</a:t>
            </a:r>
            <a:r>
              <a:rPr sz="1800" spc="-25" dirty="0">
                <a:latin typeface="Calibri"/>
                <a:cs typeface="Calibri"/>
              </a:rPr>
              <a:t> </a:t>
            </a:r>
            <a:r>
              <a:rPr sz="1800" spc="-10" dirty="0">
                <a:latin typeface="Calibri"/>
                <a:cs typeface="Calibri"/>
              </a:rPr>
              <a:t>descargar</a:t>
            </a:r>
            <a:endParaRPr sz="18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25" dirty="0"/>
              <a:t>´Paso</a:t>
            </a:r>
            <a:r>
              <a:rPr spc="355" dirty="0"/>
              <a:t> </a:t>
            </a:r>
            <a:r>
              <a:rPr spc="70" dirty="0"/>
              <a:t>2:</a:t>
            </a:r>
            <a:r>
              <a:rPr spc="360" dirty="0"/>
              <a:t> </a:t>
            </a:r>
            <a:r>
              <a:rPr spc="135" dirty="0"/>
              <a:t>Hacemos</a:t>
            </a:r>
            <a:r>
              <a:rPr spc="360" dirty="0"/>
              <a:t> </a:t>
            </a:r>
            <a:r>
              <a:rPr spc="105" dirty="0"/>
              <a:t>las</a:t>
            </a:r>
            <a:r>
              <a:rPr spc="355" dirty="0"/>
              <a:t> </a:t>
            </a:r>
            <a:r>
              <a:rPr spc="145" dirty="0"/>
              <a:t>particiones</a:t>
            </a:r>
            <a:r>
              <a:rPr spc="360" dirty="0"/>
              <a:t> </a:t>
            </a:r>
            <a:r>
              <a:rPr spc="100" dirty="0"/>
              <a:t>del</a:t>
            </a:r>
            <a:r>
              <a:rPr spc="360" dirty="0"/>
              <a:t> </a:t>
            </a:r>
            <a:r>
              <a:rPr spc="130" dirty="0"/>
              <a:t>disco</a:t>
            </a:r>
            <a:r>
              <a:rPr spc="360" dirty="0"/>
              <a:t> </a:t>
            </a:r>
            <a:r>
              <a:rPr spc="95" dirty="0"/>
              <a:t>duro</a:t>
            </a:r>
          </a:p>
        </p:txBody>
      </p:sp>
      <p:sp>
        <p:nvSpPr>
          <p:cNvPr id="3" name="object 3"/>
          <p:cNvSpPr txBox="1"/>
          <p:nvPr/>
        </p:nvSpPr>
        <p:spPr>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Calibri"/>
                <a:cs typeface="Calibri"/>
              </a:rPr>
              <a:t>03</a:t>
            </a:r>
            <a:endParaRPr sz="1800">
              <a:latin typeface="Calibri"/>
              <a:cs typeface="Calibri"/>
            </a:endParaRPr>
          </a:p>
        </p:txBody>
      </p:sp>
      <p:sp>
        <p:nvSpPr>
          <p:cNvPr id="4" name="object 4"/>
          <p:cNvSpPr txBox="1"/>
          <p:nvPr/>
        </p:nvSpPr>
        <p:spPr>
          <a:xfrm>
            <a:off x="809558" y="7825346"/>
            <a:ext cx="6435725" cy="848360"/>
          </a:xfrm>
          <a:prstGeom prst="rect">
            <a:avLst/>
          </a:prstGeom>
        </p:spPr>
        <p:txBody>
          <a:bodyPr vert="horz" wrap="square" lIns="0" tIns="12700" rIns="0" bIns="0" rtlCol="0">
            <a:spAutoFit/>
          </a:bodyPr>
          <a:lstStyle/>
          <a:p>
            <a:pPr marL="12700" marR="5080" algn="just">
              <a:lnSpc>
                <a:spcPct val="100000"/>
              </a:lnSpc>
              <a:spcBef>
                <a:spcPts val="100"/>
              </a:spcBef>
            </a:pPr>
            <a:r>
              <a:rPr sz="1800" spc="125" dirty="0">
                <a:solidFill>
                  <a:srgbClr val="FFFFFF"/>
                </a:solidFill>
                <a:latin typeface="Arial"/>
                <a:cs typeface="Arial"/>
              </a:rPr>
              <a:t>Para</a:t>
            </a:r>
            <a:r>
              <a:rPr sz="1800" spc="355" dirty="0">
                <a:solidFill>
                  <a:srgbClr val="FFFFFF"/>
                </a:solidFill>
                <a:latin typeface="Arial"/>
                <a:cs typeface="Arial"/>
              </a:rPr>
              <a:t> </a:t>
            </a:r>
            <a:r>
              <a:rPr sz="1800" spc="125" dirty="0">
                <a:solidFill>
                  <a:srgbClr val="FFFFFF"/>
                </a:solidFill>
                <a:latin typeface="Arial"/>
                <a:cs typeface="Arial"/>
              </a:rPr>
              <a:t>esto</a:t>
            </a:r>
            <a:r>
              <a:rPr sz="1800" spc="360" dirty="0">
                <a:solidFill>
                  <a:srgbClr val="FFFFFF"/>
                </a:solidFill>
                <a:latin typeface="Arial"/>
                <a:cs typeface="Arial"/>
              </a:rPr>
              <a:t> </a:t>
            </a:r>
            <a:r>
              <a:rPr sz="1800" spc="150" dirty="0">
                <a:solidFill>
                  <a:srgbClr val="FFFFFF"/>
                </a:solidFill>
                <a:latin typeface="Arial"/>
                <a:cs typeface="Arial"/>
              </a:rPr>
              <a:t>presionamos</a:t>
            </a:r>
            <a:r>
              <a:rPr sz="1800" spc="355" dirty="0">
                <a:solidFill>
                  <a:srgbClr val="FFFFFF"/>
                </a:solidFill>
                <a:latin typeface="Arial"/>
                <a:cs typeface="Arial"/>
              </a:rPr>
              <a:t> </a:t>
            </a:r>
            <a:r>
              <a:rPr sz="1800" spc="145" dirty="0">
                <a:solidFill>
                  <a:srgbClr val="FFFFFF"/>
                </a:solidFill>
                <a:latin typeface="Arial"/>
                <a:cs typeface="Arial"/>
              </a:rPr>
              <a:t>Windows+x</a:t>
            </a:r>
            <a:r>
              <a:rPr sz="1800" spc="360"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30" dirty="0">
                <a:solidFill>
                  <a:srgbClr val="FFFFFF"/>
                </a:solidFill>
                <a:latin typeface="Arial"/>
                <a:cs typeface="Arial"/>
              </a:rPr>
              <a:t>damos</a:t>
            </a:r>
            <a:r>
              <a:rPr sz="1800" spc="360" dirty="0">
                <a:solidFill>
                  <a:srgbClr val="FFFFFF"/>
                </a:solidFill>
                <a:latin typeface="Arial"/>
                <a:cs typeface="Arial"/>
              </a:rPr>
              <a:t> </a:t>
            </a:r>
            <a:r>
              <a:rPr sz="1800" spc="130" dirty="0">
                <a:solidFill>
                  <a:srgbClr val="FFFFFF"/>
                </a:solidFill>
                <a:latin typeface="Arial"/>
                <a:cs typeface="Arial"/>
              </a:rPr>
              <a:t>click</a:t>
            </a:r>
            <a:r>
              <a:rPr sz="1800" spc="355" dirty="0">
                <a:solidFill>
                  <a:srgbClr val="FFFFFF"/>
                </a:solidFill>
                <a:latin typeface="Arial"/>
                <a:cs typeface="Arial"/>
              </a:rPr>
              <a:t> </a:t>
            </a:r>
            <a:r>
              <a:rPr sz="1800" spc="60" dirty="0">
                <a:solidFill>
                  <a:srgbClr val="FFFFFF"/>
                </a:solidFill>
                <a:latin typeface="Arial"/>
                <a:cs typeface="Arial"/>
              </a:rPr>
              <a:t>en </a:t>
            </a:r>
            <a:r>
              <a:rPr sz="1800" spc="150" dirty="0">
                <a:solidFill>
                  <a:srgbClr val="FFFFFF"/>
                </a:solidFill>
                <a:latin typeface="Arial"/>
                <a:cs typeface="Arial"/>
              </a:rPr>
              <a:t>administrador</a:t>
            </a:r>
            <a:r>
              <a:rPr sz="1800" spc="350" dirty="0">
                <a:solidFill>
                  <a:srgbClr val="FFFFFF"/>
                </a:solidFill>
                <a:latin typeface="Arial"/>
                <a:cs typeface="Arial"/>
              </a:rPr>
              <a:t> </a:t>
            </a:r>
            <a:r>
              <a:rPr sz="1800" spc="85" dirty="0">
                <a:solidFill>
                  <a:srgbClr val="FFFFFF"/>
                </a:solidFill>
                <a:latin typeface="Arial"/>
                <a:cs typeface="Arial"/>
              </a:rPr>
              <a:t>de</a:t>
            </a:r>
            <a:r>
              <a:rPr sz="1800" spc="360" dirty="0">
                <a:solidFill>
                  <a:srgbClr val="FFFFFF"/>
                </a:solidFill>
                <a:latin typeface="Arial"/>
                <a:cs typeface="Arial"/>
              </a:rPr>
              <a:t> </a:t>
            </a:r>
            <a:r>
              <a:rPr sz="1800" spc="140" dirty="0">
                <a:solidFill>
                  <a:srgbClr val="FFFFFF"/>
                </a:solidFill>
                <a:latin typeface="Arial"/>
                <a:cs typeface="Arial"/>
              </a:rPr>
              <a:t>discos</a:t>
            </a:r>
            <a:r>
              <a:rPr sz="1800" spc="360" dirty="0">
                <a:solidFill>
                  <a:srgbClr val="FFFFFF"/>
                </a:solidFill>
                <a:latin typeface="Arial"/>
                <a:cs typeface="Arial"/>
              </a:rPr>
              <a:t> </a:t>
            </a:r>
            <a:r>
              <a:rPr sz="1800" spc="125" dirty="0">
                <a:solidFill>
                  <a:srgbClr val="FFFFFF"/>
                </a:solidFill>
                <a:latin typeface="Arial"/>
                <a:cs typeface="Arial"/>
              </a:rPr>
              <a:t>esto</a:t>
            </a:r>
            <a:r>
              <a:rPr sz="1800" spc="365" dirty="0">
                <a:solidFill>
                  <a:srgbClr val="FFFFFF"/>
                </a:solidFill>
                <a:latin typeface="Arial"/>
                <a:cs typeface="Arial"/>
              </a:rPr>
              <a:t> </a:t>
            </a:r>
            <a:r>
              <a:rPr sz="1800" spc="110" dirty="0">
                <a:solidFill>
                  <a:srgbClr val="FFFFFF"/>
                </a:solidFill>
                <a:latin typeface="Arial"/>
                <a:cs typeface="Arial"/>
              </a:rPr>
              <a:t>nos</a:t>
            </a:r>
            <a:r>
              <a:rPr sz="1800" spc="360" dirty="0">
                <a:solidFill>
                  <a:srgbClr val="FFFFFF"/>
                </a:solidFill>
                <a:latin typeface="Arial"/>
                <a:cs typeface="Arial"/>
              </a:rPr>
              <a:t> </a:t>
            </a:r>
            <a:r>
              <a:rPr sz="1800" spc="135" dirty="0">
                <a:solidFill>
                  <a:srgbClr val="FFFFFF"/>
                </a:solidFill>
                <a:latin typeface="Arial"/>
                <a:cs typeface="Arial"/>
              </a:rPr>
              <a:t>abrirá</a:t>
            </a:r>
            <a:r>
              <a:rPr sz="1800" spc="360" dirty="0">
                <a:solidFill>
                  <a:srgbClr val="FFFFFF"/>
                </a:solidFill>
                <a:latin typeface="Arial"/>
                <a:cs typeface="Arial"/>
              </a:rPr>
              <a:t> </a:t>
            </a:r>
            <a:r>
              <a:rPr sz="1800" spc="110" dirty="0">
                <a:solidFill>
                  <a:srgbClr val="FFFFFF"/>
                </a:solidFill>
                <a:latin typeface="Arial"/>
                <a:cs typeface="Arial"/>
              </a:rPr>
              <a:t>una</a:t>
            </a:r>
            <a:r>
              <a:rPr sz="1800" spc="365" dirty="0">
                <a:solidFill>
                  <a:srgbClr val="FFFFFF"/>
                </a:solidFill>
                <a:latin typeface="Arial"/>
                <a:cs typeface="Arial"/>
              </a:rPr>
              <a:t> </a:t>
            </a:r>
            <a:r>
              <a:rPr sz="1800" spc="135" dirty="0">
                <a:solidFill>
                  <a:srgbClr val="FFFFFF"/>
                </a:solidFill>
                <a:latin typeface="Arial"/>
                <a:cs typeface="Arial"/>
              </a:rPr>
              <a:t>ventana donde</a:t>
            </a:r>
            <a:r>
              <a:rPr sz="1800" spc="360" dirty="0">
                <a:solidFill>
                  <a:srgbClr val="FFFFFF"/>
                </a:solidFill>
                <a:latin typeface="Arial"/>
                <a:cs typeface="Arial"/>
              </a:rPr>
              <a:t> </a:t>
            </a:r>
            <a:r>
              <a:rPr sz="1800" spc="140" dirty="0">
                <a:solidFill>
                  <a:srgbClr val="FFFFFF"/>
                </a:solidFill>
                <a:latin typeface="Arial"/>
                <a:cs typeface="Arial"/>
              </a:rPr>
              <a:t>veremos</a:t>
            </a:r>
            <a:r>
              <a:rPr sz="1800" spc="360" dirty="0">
                <a:solidFill>
                  <a:srgbClr val="FFFFFF"/>
                </a:solidFill>
                <a:latin typeface="Arial"/>
                <a:cs typeface="Arial"/>
              </a:rPr>
              <a:t> </a:t>
            </a:r>
            <a:r>
              <a:rPr sz="1800" spc="110" dirty="0">
                <a:solidFill>
                  <a:srgbClr val="FFFFFF"/>
                </a:solidFill>
                <a:latin typeface="Arial"/>
                <a:cs typeface="Arial"/>
              </a:rPr>
              <a:t>las</a:t>
            </a:r>
            <a:r>
              <a:rPr sz="1800" spc="360" dirty="0">
                <a:solidFill>
                  <a:srgbClr val="FFFFFF"/>
                </a:solidFill>
                <a:latin typeface="Arial"/>
                <a:cs typeface="Arial"/>
              </a:rPr>
              <a:t> </a:t>
            </a:r>
            <a:r>
              <a:rPr sz="1800" spc="150" dirty="0">
                <a:solidFill>
                  <a:srgbClr val="FFFFFF"/>
                </a:solidFill>
                <a:latin typeface="Arial"/>
                <a:cs typeface="Arial"/>
              </a:rPr>
              <a:t>particiones</a:t>
            </a:r>
            <a:r>
              <a:rPr sz="1800" spc="360" dirty="0">
                <a:solidFill>
                  <a:srgbClr val="FFFFFF"/>
                </a:solidFill>
                <a:latin typeface="Arial"/>
                <a:cs typeface="Arial"/>
              </a:rPr>
              <a:t> </a:t>
            </a:r>
            <a:r>
              <a:rPr sz="1800" spc="110" dirty="0">
                <a:solidFill>
                  <a:srgbClr val="FFFFFF"/>
                </a:solidFill>
                <a:latin typeface="Arial"/>
                <a:cs typeface="Arial"/>
              </a:rPr>
              <a:t>que</a:t>
            </a:r>
            <a:r>
              <a:rPr sz="1800" spc="360" dirty="0">
                <a:solidFill>
                  <a:srgbClr val="FFFFFF"/>
                </a:solidFill>
                <a:latin typeface="Arial"/>
                <a:cs typeface="Arial"/>
              </a:rPr>
              <a:t> </a:t>
            </a:r>
            <a:r>
              <a:rPr sz="1800" spc="130" dirty="0">
                <a:solidFill>
                  <a:srgbClr val="FFFFFF"/>
                </a:solidFill>
                <a:latin typeface="Arial"/>
                <a:cs typeface="Arial"/>
              </a:rPr>
              <a:t>tenemos</a:t>
            </a:r>
            <a:endParaRPr sz="1800">
              <a:latin typeface="Arial"/>
              <a:cs typeface="Arial"/>
            </a:endParaRPr>
          </a:p>
        </p:txBody>
      </p:sp>
      <p:sp>
        <p:nvSpPr>
          <p:cNvPr id="5" name="object 5"/>
          <p:cNvSpPr txBox="1"/>
          <p:nvPr/>
        </p:nvSpPr>
        <p:spPr>
          <a:xfrm>
            <a:off x="8411247" y="8287016"/>
            <a:ext cx="8825230" cy="574040"/>
          </a:xfrm>
          <a:prstGeom prst="rect">
            <a:avLst/>
          </a:prstGeom>
        </p:spPr>
        <p:txBody>
          <a:bodyPr vert="horz" wrap="square" lIns="0" tIns="12700" rIns="0" bIns="0" rtlCol="0">
            <a:spAutoFit/>
          </a:bodyPr>
          <a:lstStyle/>
          <a:p>
            <a:pPr marL="12700" marR="5080">
              <a:lnSpc>
                <a:spcPct val="100000"/>
              </a:lnSpc>
              <a:spcBef>
                <a:spcPts val="100"/>
              </a:spcBef>
            </a:pPr>
            <a:r>
              <a:rPr sz="1800" spc="80" dirty="0">
                <a:solidFill>
                  <a:srgbClr val="FFFFFF"/>
                </a:solidFill>
                <a:latin typeface="Arial"/>
                <a:cs typeface="Arial"/>
              </a:rPr>
              <a:t>Al</a:t>
            </a:r>
            <a:r>
              <a:rPr sz="1800" spc="365" dirty="0">
                <a:solidFill>
                  <a:srgbClr val="FFFFFF"/>
                </a:solidFill>
                <a:latin typeface="Arial"/>
                <a:cs typeface="Arial"/>
              </a:rPr>
              <a:t> </a:t>
            </a:r>
            <a:r>
              <a:rPr sz="1800" spc="130" dirty="0">
                <a:solidFill>
                  <a:srgbClr val="FFFFFF"/>
                </a:solidFill>
                <a:latin typeface="Arial"/>
                <a:cs typeface="Arial"/>
              </a:rPr>
              <a:t>darle</a:t>
            </a:r>
            <a:r>
              <a:rPr sz="1800" spc="365" dirty="0">
                <a:solidFill>
                  <a:srgbClr val="FFFFFF"/>
                </a:solidFill>
                <a:latin typeface="Arial"/>
                <a:cs typeface="Arial"/>
              </a:rPr>
              <a:t> </a:t>
            </a:r>
            <a:r>
              <a:rPr sz="1800" spc="130" dirty="0">
                <a:solidFill>
                  <a:srgbClr val="FFFFFF"/>
                </a:solidFill>
                <a:latin typeface="Arial"/>
                <a:cs typeface="Arial"/>
              </a:rPr>
              <a:t>click</a:t>
            </a:r>
            <a:r>
              <a:rPr sz="1800" spc="365" dirty="0">
                <a:solidFill>
                  <a:srgbClr val="FFFFFF"/>
                </a:solidFill>
                <a:latin typeface="Arial"/>
                <a:cs typeface="Arial"/>
              </a:rPr>
              <a:t> </a:t>
            </a:r>
            <a:r>
              <a:rPr sz="1800" spc="140" dirty="0">
                <a:solidFill>
                  <a:srgbClr val="FFFFFF"/>
                </a:solidFill>
                <a:latin typeface="Arial"/>
                <a:cs typeface="Arial"/>
              </a:rPr>
              <a:t>veremos</a:t>
            </a:r>
            <a:r>
              <a:rPr sz="1800" spc="365" dirty="0">
                <a:solidFill>
                  <a:srgbClr val="FFFFFF"/>
                </a:solidFill>
                <a:latin typeface="Arial"/>
                <a:cs typeface="Arial"/>
              </a:rPr>
              <a:t> </a:t>
            </a:r>
            <a:r>
              <a:rPr sz="1800" spc="110" dirty="0">
                <a:solidFill>
                  <a:srgbClr val="FFFFFF"/>
                </a:solidFill>
                <a:latin typeface="Arial"/>
                <a:cs typeface="Arial"/>
              </a:rPr>
              <a:t>una</a:t>
            </a:r>
            <a:r>
              <a:rPr sz="1800" spc="365" dirty="0">
                <a:solidFill>
                  <a:srgbClr val="FFFFFF"/>
                </a:solidFill>
                <a:latin typeface="Arial"/>
                <a:cs typeface="Arial"/>
              </a:rPr>
              <a:t> </a:t>
            </a:r>
            <a:r>
              <a:rPr sz="1800" spc="145" dirty="0">
                <a:solidFill>
                  <a:srgbClr val="FFFFFF"/>
                </a:solidFill>
                <a:latin typeface="Arial"/>
                <a:cs typeface="Arial"/>
              </a:rPr>
              <a:t>partición</a:t>
            </a:r>
            <a:r>
              <a:rPr sz="1800" spc="365" dirty="0">
                <a:solidFill>
                  <a:srgbClr val="FFFFFF"/>
                </a:solidFill>
                <a:latin typeface="Arial"/>
                <a:cs typeface="Arial"/>
              </a:rPr>
              <a:t> </a:t>
            </a:r>
            <a:r>
              <a:rPr sz="1800" spc="-10" dirty="0">
                <a:solidFill>
                  <a:srgbClr val="FFFFFF"/>
                </a:solidFill>
                <a:latin typeface="Arial"/>
                <a:cs typeface="Arial"/>
              </a:rPr>
              <a:t>l</a:t>
            </a:r>
            <a:r>
              <a:rPr sz="1800" spc="-325" dirty="0">
                <a:solidFill>
                  <a:srgbClr val="FFFFFF"/>
                </a:solidFill>
                <a:latin typeface="Arial"/>
                <a:cs typeface="Arial"/>
              </a:rPr>
              <a:t> </a:t>
            </a:r>
            <a:r>
              <a:rPr sz="1800" spc="135" dirty="0">
                <a:solidFill>
                  <a:srgbClr val="FFFFFF"/>
                </a:solidFill>
                <a:latin typeface="Arial"/>
                <a:cs typeface="Arial"/>
              </a:rPr>
              <a:t>lamada</a:t>
            </a:r>
            <a:r>
              <a:rPr sz="1800" spc="365" dirty="0">
                <a:solidFill>
                  <a:srgbClr val="FFFFFF"/>
                </a:solidFill>
                <a:latin typeface="Arial"/>
                <a:cs typeface="Arial"/>
              </a:rPr>
              <a:t> </a:t>
            </a:r>
            <a:r>
              <a:rPr sz="1800" spc="135" dirty="0">
                <a:solidFill>
                  <a:srgbClr val="FFFFFF"/>
                </a:solidFill>
                <a:latin typeface="Arial"/>
                <a:cs typeface="Arial"/>
              </a:rPr>
              <a:t>Windows</a:t>
            </a:r>
            <a:r>
              <a:rPr sz="1800" spc="355" dirty="0">
                <a:solidFill>
                  <a:srgbClr val="FFFFFF"/>
                </a:solidFill>
                <a:latin typeface="Arial"/>
                <a:cs typeface="Arial"/>
              </a:rPr>
              <a:t> </a:t>
            </a:r>
            <a:r>
              <a:rPr sz="1800" spc="120" dirty="0">
                <a:solidFill>
                  <a:srgbClr val="FFFFFF"/>
                </a:solidFill>
                <a:latin typeface="Arial"/>
                <a:cs typeface="Arial"/>
              </a:rPr>
              <a:t>SSID</a:t>
            </a:r>
            <a:r>
              <a:rPr sz="1800" spc="355" dirty="0">
                <a:solidFill>
                  <a:srgbClr val="FFFFFF"/>
                </a:solidFill>
                <a:latin typeface="Arial"/>
                <a:cs typeface="Arial"/>
              </a:rPr>
              <a:t> </a:t>
            </a:r>
            <a:r>
              <a:rPr sz="1800" spc="130" dirty="0">
                <a:solidFill>
                  <a:srgbClr val="FFFFFF"/>
                </a:solidFill>
                <a:latin typeface="Arial"/>
                <a:cs typeface="Arial"/>
              </a:rPr>
              <a:t>damos</a:t>
            </a:r>
            <a:r>
              <a:rPr sz="1800" spc="365" dirty="0">
                <a:solidFill>
                  <a:srgbClr val="FFFFFF"/>
                </a:solidFill>
                <a:latin typeface="Arial"/>
                <a:cs typeface="Arial"/>
              </a:rPr>
              <a:t> </a:t>
            </a:r>
            <a:r>
              <a:rPr sz="1800" spc="110" dirty="0">
                <a:solidFill>
                  <a:srgbClr val="FFFFFF"/>
                </a:solidFill>
                <a:latin typeface="Arial"/>
                <a:cs typeface="Arial"/>
              </a:rPr>
              <a:t>click </a:t>
            </a:r>
            <a:r>
              <a:rPr sz="1800" spc="140" dirty="0">
                <a:solidFill>
                  <a:srgbClr val="FFFFFF"/>
                </a:solidFill>
                <a:latin typeface="Arial"/>
                <a:cs typeface="Arial"/>
              </a:rPr>
              <a:t>derecho</a:t>
            </a:r>
            <a:r>
              <a:rPr sz="1800" spc="360" dirty="0">
                <a:solidFill>
                  <a:srgbClr val="FFFFFF"/>
                </a:solidFill>
                <a:latin typeface="Arial"/>
                <a:cs typeface="Arial"/>
              </a:rPr>
              <a:t> </a:t>
            </a:r>
            <a:r>
              <a:rPr sz="1800" spc="130" dirty="0">
                <a:solidFill>
                  <a:srgbClr val="FFFFFF"/>
                </a:solidFill>
                <a:latin typeface="Arial"/>
                <a:cs typeface="Arial"/>
              </a:rPr>
              <a:t>sobre</a:t>
            </a:r>
            <a:r>
              <a:rPr sz="1800" spc="360" dirty="0">
                <a:solidFill>
                  <a:srgbClr val="FFFFFF"/>
                </a:solidFill>
                <a:latin typeface="Arial"/>
                <a:cs typeface="Arial"/>
              </a:rPr>
              <a:t> </a:t>
            </a:r>
            <a:r>
              <a:rPr sz="1800" spc="125" dirty="0">
                <a:solidFill>
                  <a:srgbClr val="FFFFFF"/>
                </a:solidFill>
                <a:latin typeface="Arial"/>
                <a:cs typeface="Arial"/>
              </a:rPr>
              <a:t>ella</a:t>
            </a:r>
            <a:r>
              <a:rPr sz="1800" spc="360" dirty="0">
                <a:solidFill>
                  <a:srgbClr val="FFFFFF"/>
                </a:solidFill>
                <a:latin typeface="Arial"/>
                <a:cs typeface="Arial"/>
              </a:rPr>
              <a:t> </a:t>
            </a:r>
            <a:r>
              <a:rPr sz="1800" dirty="0">
                <a:solidFill>
                  <a:srgbClr val="FFFFFF"/>
                </a:solidFill>
                <a:latin typeface="Arial"/>
                <a:cs typeface="Arial"/>
              </a:rPr>
              <a:t>y</a:t>
            </a:r>
            <a:r>
              <a:rPr sz="1800" spc="360" dirty="0">
                <a:solidFill>
                  <a:srgbClr val="FFFFFF"/>
                </a:solidFill>
                <a:latin typeface="Arial"/>
                <a:cs typeface="Arial"/>
              </a:rPr>
              <a:t> </a:t>
            </a:r>
            <a:r>
              <a:rPr sz="1800" spc="150" dirty="0">
                <a:solidFill>
                  <a:srgbClr val="FFFFFF"/>
                </a:solidFill>
                <a:latin typeface="Arial"/>
                <a:cs typeface="Arial"/>
              </a:rPr>
              <a:t>presionamos</a:t>
            </a:r>
            <a:r>
              <a:rPr sz="1800" spc="360" dirty="0">
                <a:solidFill>
                  <a:srgbClr val="FFFFFF"/>
                </a:solidFill>
                <a:latin typeface="Arial"/>
                <a:cs typeface="Arial"/>
              </a:rPr>
              <a:t> </a:t>
            </a:r>
            <a:r>
              <a:rPr sz="1800" spc="85" dirty="0">
                <a:solidFill>
                  <a:srgbClr val="FFFFFF"/>
                </a:solidFill>
                <a:latin typeface="Arial"/>
                <a:cs typeface="Arial"/>
              </a:rPr>
              <a:t>en</a:t>
            </a:r>
            <a:r>
              <a:rPr sz="1800" spc="360" dirty="0">
                <a:solidFill>
                  <a:srgbClr val="FFFFFF"/>
                </a:solidFill>
                <a:latin typeface="Arial"/>
                <a:cs typeface="Arial"/>
              </a:rPr>
              <a:t> </a:t>
            </a:r>
            <a:r>
              <a:rPr sz="1800" spc="140" dirty="0">
                <a:solidFill>
                  <a:srgbClr val="FFFFFF"/>
                </a:solidFill>
                <a:latin typeface="Arial"/>
                <a:cs typeface="Arial"/>
              </a:rPr>
              <a:t>reducir</a:t>
            </a:r>
            <a:r>
              <a:rPr sz="1800" spc="360" dirty="0">
                <a:solidFill>
                  <a:srgbClr val="FFFFFF"/>
                </a:solidFill>
                <a:latin typeface="Arial"/>
                <a:cs typeface="Arial"/>
              </a:rPr>
              <a:t> </a:t>
            </a:r>
            <a:r>
              <a:rPr sz="1800" spc="130" dirty="0">
                <a:solidFill>
                  <a:srgbClr val="FFFFFF"/>
                </a:solidFill>
                <a:latin typeface="Arial"/>
                <a:cs typeface="Arial"/>
              </a:rPr>
              <a:t>volumen</a:t>
            </a:r>
            <a:endParaRPr sz="1800">
              <a:latin typeface="Arial"/>
              <a:cs typeface="Arial"/>
            </a:endParaRPr>
          </a:p>
        </p:txBody>
      </p:sp>
      <p:pic>
        <p:nvPicPr>
          <p:cNvPr id="6" name="object 6"/>
          <p:cNvPicPr/>
          <p:nvPr/>
        </p:nvPicPr>
        <p:blipFill>
          <a:blip r:embed="rId2" cstate="print"/>
          <a:stretch>
            <a:fillRect/>
          </a:stretch>
        </p:blipFill>
        <p:spPr>
          <a:xfrm>
            <a:off x="480975" y="2705100"/>
            <a:ext cx="8721775" cy="4904016"/>
          </a:xfrm>
          <a:prstGeom prst="rect">
            <a:avLst/>
          </a:prstGeom>
        </p:spPr>
      </p:pic>
      <p:pic>
        <p:nvPicPr>
          <p:cNvPr id="7" name="object 7"/>
          <p:cNvPicPr/>
          <p:nvPr/>
        </p:nvPicPr>
        <p:blipFill>
          <a:blip r:embed="rId3" cstate="print"/>
          <a:stretch>
            <a:fillRect/>
          </a:stretch>
        </p:blipFill>
        <p:spPr>
          <a:xfrm>
            <a:off x="9397009" y="2531186"/>
            <a:ext cx="8846413" cy="49740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25" dirty="0"/>
              <a:t>´Paso</a:t>
            </a:r>
            <a:r>
              <a:rPr spc="355" dirty="0"/>
              <a:t> </a:t>
            </a:r>
            <a:r>
              <a:rPr spc="70" dirty="0"/>
              <a:t>2:</a:t>
            </a:r>
            <a:r>
              <a:rPr spc="360" dirty="0"/>
              <a:t> </a:t>
            </a:r>
            <a:r>
              <a:rPr spc="135" dirty="0"/>
              <a:t>Hacemos</a:t>
            </a:r>
            <a:r>
              <a:rPr spc="360" dirty="0"/>
              <a:t> </a:t>
            </a:r>
            <a:r>
              <a:rPr spc="105" dirty="0"/>
              <a:t>las</a:t>
            </a:r>
            <a:r>
              <a:rPr spc="355" dirty="0"/>
              <a:t> </a:t>
            </a:r>
            <a:r>
              <a:rPr spc="145" dirty="0"/>
              <a:t>particiones</a:t>
            </a:r>
            <a:r>
              <a:rPr spc="360" dirty="0"/>
              <a:t> </a:t>
            </a:r>
            <a:r>
              <a:rPr spc="100" dirty="0"/>
              <a:t>del</a:t>
            </a:r>
            <a:r>
              <a:rPr spc="360" dirty="0"/>
              <a:t> </a:t>
            </a:r>
            <a:r>
              <a:rPr spc="130" dirty="0"/>
              <a:t>disco</a:t>
            </a:r>
            <a:r>
              <a:rPr spc="360" dirty="0"/>
              <a:t> </a:t>
            </a:r>
            <a:r>
              <a:rPr spc="95" dirty="0"/>
              <a:t>duro</a:t>
            </a:r>
          </a:p>
        </p:txBody>
      </p:sp>
      <p:sp>
        <p:nvSpPr>
          <p:cNvPr id="3" name="object 3"/>
          <p:cNvSpPr txBox="1"/>
          <p:nvPr/>
        </p:nvSpPr>
        <p:spPr>
          <a:xfrm>
            <a:off x="399798" y="2139950"/>
            <a:ext cx="9589135" cy="5391785"/>
          </a:xfrm>
          <a:prstGeom prst="rect">
            <a:avLst/>
          </a:prstGeom>
        </p:spPr>
        <p:txBody>
          <a:bodyPr vert="horz" wrap="square" lIns="0" tIns="0" rIns="0" bIns="0" rtlCol="0">
            <a:spAutoFit/>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755"/>
              </a:spcBef>
            </a:pPr>
            <a:endParaRPr sz="1800">
              <a:latin typeface="Times New Roman"/>
              <a:cs typeface="Times New Roman"/>
            </a:endParaRPr>
          </a:p>
          <a:p>
            <a:pPr marR="720725" algn="r">
              <a:lnSpc>
                <a:spcPct val="100000"/>
              </a:lnSpc>
            </a:pPr>
            <a:r>
              <a:rPr sz="1800" spc="-25" dirty="0">
                <a:latin typeface="Calibri"/>
                <a:cs typeface="Calibri"/>
              </a:rPr>
              <a:t>03</a:t>
            </a:r>
            <a:endParaRPr sz="1800">
              <a:latin typeface="Calibri"/>
              <a:cs typeface="Calibri"/>
            </a:endParaRPr>
          </a:p>
        </p:txBody>
      </p:sp>
      <p:sp>
        <p:nvSpPr>
          <p:cNvPr id="4" name="object 4"/>
          <p:cNvSpPr txBox="1"/>
          <p:nvPr/>
        </p:nvSpPr>
        <p:spPr>
          <a:xfrm>
            <a:off x="809558" y="7825346"/>
            <a:ext cx="6724650" cy="848360"/>
          </a:xfrm>
          <a:prstGeom prst="rect">
            <a:avLst/>
          </a:prstGeom>
        </p:spPr>
        <p:txBody>
          <a:bodyPr vert="horz" wrap="square" lIns="0" tIns="12700" rIns="0" bIns="0" rtlCol="0">
            <a:spAutoFit/>
          </a:bodyPr>
          <a:lstStyle/>
          <a:p>
            <a:pPr marL="12700" marR="5080">
              <a:lnSpc>
                <a:spcPct val="100000"/>
              </a:lnSpc>
              <a:spcBef>
                <a:spcPts val="100"/>
              </a:spcBef>
            </a:pPr>
            <a:r>
              <a:rPr sz="1800" spc="80" dirty="0">
                <a:solidFill>
                  <a:srgbClr val="FFFFFF"/>
                </a:solidFill>
                <a:latin typeface="Arial"/>
                <a:cs typeface="Arial"/>
              </a:rPr>
              <a:t>Al</a:t>
            </a:r>
            <a:r>
              <a:rPr sz="1800" spc="340" dirty="0">
                <a:solidFill>
                  <a:srgbClr val="FFFFFF"/>
                </a:solidFill>
                <a:latin typeface="Arial"/>
                <a:cs typeface="Arial"/>
              </a:rPr>
              <a:t> </a:t>
            </a:r>
            <a:r>
              <a:rPr sz="1800" spc="110" dirty="0">
                <a:solidFill>
                  <a:srgbClr val="FFFFFF"/>
                </a:solidFill>
                <a:latin typeface="Arial"/>
                <a:cs typeface="Arial"/>
              </a:rPr>
              <a:t>dar</a:t>
            </a:r>
            <a:r>
              <a:rPr sz="1800" spc="350" dirty="0">
                <a:solidFill>
                  <a:srgbClr val="FFFFFF"/>
                </a:solidFill>
                <a:latin typeface="Arial"/>
                <a:cs typeface="Arial"/>
              </a:rPr>
              <a:t> </a:t>
            </a:r>
            <a:r>
              <a:rPr sz="1800" spc="130" dirty="0">
                <a:solidFill>
                  <a:srgbClr val="FFFFFF"/>
                </a:solidFill>
                <a:latin typeface="Arial"/>
                <a:cs typeface="Arial"/>
              </a:rPr>
              <a:t>click</a:t>
            </a:r>
            <a:r>
              <a:rPr sz="1800" spc="350" dirty="0">
                <a:solidFill>
                  <a:srgbClr val="FFFFFF"/>
                </a:solidFill>
                <a:latin typeface="Arial"/>
                <a:cs typeface="Arial"/>
              </a:rPr>
              <a:t> </a:t>
            </a:r>
            <a:r>
              <a:rPr sz="1800" spc="110" dirty="0">
                <a:solidFill>
                  <a:srgbClr val="FFFFFF"/>
                </a:solidFill>
                <a:latin typeface="Arial"/>
                <a:cs typeface="Arial"/>
              </a:rPr>
              <a:t>nos</a:t>
            </a:r>
            <a:r>
              <a:rPr sz="1800" spc="350" dirty="0">
                <a:solidFill>
                  <a:srgbClr val="FFFFFF"/>
                </a:solidFill>
                <a:latin typeface="Arial"/>
                <a:cs typeface="Arial"/>
              </a:rPr>
              <a:t> </a:t>
            </a:r>
            <a:r>
              <a:rPr sz="1800" spc="140" dirty="0">
                <a:solidFill>
                  <a:srgbClr val="FFFFFF"/>
                </a:solidFill>
                <a:latin typeface="Arial"/>
                <a:cs typeface="Arial"/>
              </a:rPr>
              <a:t>saldrá</a:t>
            </a:r>
            <a:r>
              <a:rPr sz="1800" spc="355" dirty="0">
                <a:solidFill>
                  <a:srgbClr val="FFFFFF"/>
                </a:solidFill>
                <a:latin typeface="Arial"/>
                <a:cs typeface="Arial"/>
              </a:rPr>
              <a:t> </a:t>
            </a:r>
            <a:r>
              <a:rPr sz="1800" spc="80" dirty="0">
                <a:solidFill>
                  <a:srgbClr val="FFFFFF"/>
                </a:solidFill>
                <a:latin typeface="Arial"/>
                <a:cs typeface="Arial"/>
              </a:rPr>
              <a:t>la</a:t>
            </a:r>
            <a:r>
              <a:rPr sz="1800" spc="350" dirty="0">
                <a:solidFill>
                  <a:srgbClr val="FFFFFF"/>
                </a:solidFill>
                <a:latin typeface="Arial"/>
                <a:cs typeface="Arial"/>
              </a:rPr>
              <a:t> </a:t>
            </a:r>
            <a:r>
              <a:rPr sz="1800" spc="150" dirty="0">
                <a:solidFill>
                  <a:srgbClr val="FFFFFF"/>
                </a:solidFill>
                <a:latin typeface="Arial"/>
                <a:cs typeface="Arial"/>
              </a:rPr>
              <a:t>siguiente</a:t>
            </a:r>
            <a:r>
              <a:rPr sz="1800" spc="350" dirty="0">
                <a:solidFill>
                  <a:srgbClr val="FFFFFF"/>
                </a:solidFill>
                <a:latin typeface="Arial"/>
                <a:cs typeface="Arial"/>
              </a:rPr>
              <a:t> </a:t>
            </a:r>
            <a:r>
              <a:rPr sz="1800" spc="145" dirty="0">
                <a:solidFill>
                  <a:srgbClr val="FFFFFF"/>
                </a:solidFill>
                <a:latin typeface="Arial"/>
                <a:cs typeface="Arial"/>
              </a:rPr>
              <a:t>ventana</a:t>
            </a:r>
            <a:r>
              <a:rPr sz="1800" spc="350"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85" dirty="0">
                <a:solidFill>
                  <a:srgbClr val="FFFFFF"/>
                </a:solidFill>
                <a:latin typeface="Arial"/>
                <a:cs typeface="Arial"/>
              </a:rPr>
              <a:t>nos </a:t>
            </a:r>
            <a:r>
              <a:rPr sz="1800" spc="145" dirty="0">
                <a:solidFill>
                  <a:srgbClr val="FFFFFF"/>
                </a:solidFill>
                <a:latin typeface="Arial"/>
                <a:cs typeface="Arial"/>
              </a:rPr>
              <a:t>ubicamos</a:t>
            </a:r>
            <a:r>
              <a:rPr sz="1800" spc="340" dirty="0">
                <a:solidFill>
                  <a:srgbClr val="FFFFFF"/>
                </a:solidFill>
                <a:latin typeface="Arial"/>
                <a:cs typeface="Arial"/>
              </a:rPr>
              <a:t> </a:t>
            </a:r>
            <a:r>
              <a:rPr sz="1800" spc="85" dirty="0">
                <a:solidFill>
                  <a:srgbClr val="FFFFFF"/>
                </a:solidFill>
                <a:latin typeface="Arial"/>
                <a:cs typeface="Arial"/>
              </a:rPr>
              <a:t>en</a:t>
            </a:r>
            <a:r>
              <a:rPr sz="1800" spc="350" dirty="0">
                <a:solidFill>
                  <a:srgbClr val="FFFFFF"/>
                </a:solidFill>
                <a:latin typeface="Arial"/>
                <a:cs typeface="Arial"/>
              </a:rPr>
              <a:t> </a:t>
            </a:r>
            <a:r>
              <a:rPr sz="1800" spc="80" dirty="0">
                <a:solidFill>
                  <a:srgbClr val="FFFFFF"/>
                </a:solidFill>
                <a:latin typeface="Arial"/>
                <a:cs typeface="Arial"/>
              </a:rPr>
              <a:t>la</a:t>
            </a:r>
            <a:r>
              <a:rPr sz="1800" spc="350" dirty="0">
                <a:solidFill>
                  <a:srgbClr val="FFFFFF"/>
                </a:solidFill>
                <a:latin typeface="Arial"/>
                <a:cs typeface="Arial"/>
              </a:rPr>
              <a:t> </a:t>
            </a:r>
            <a:r>
              <a:rPr sz="1800" spc="140" dirty="0">
                <a:solidFill>
                  <a:srgbClr val="FFFFFF"/>
                </a:solidFill>
                <a:latin typeface="Arial"/>
                <a:cs typeface="Arial"/>
              </a:rPr>
              <a:t>opción</a:t>
            </a:r>
            <a:r>
              <a:rPr sz="1800" spc="350" dirty="0">
                <a:solidFill>
                  <a:srgbClr val="FFFFFF"/>
                </a:solidFill>
                <a:latin typeface="Arial"/>
                <a:cs typeface="Arial"/>
              </a:rPr>
              <a:t> </a:t>
            </a:r>
            <a:r>
              <a:rPr sz="1800" spc="85" dirty="0">
                <a:solidFill>
                  <a:srgbClr val="FFFFFF"/>
                </a:solidFill>
                <a:latin typeface="Arial"/>
                <a:cs typeface="Arial"/>
              </a:rPr>
              <a:t>de</a:t>
            </a:r>
            <a:r>
              <a:rPr sz="1800" spc="355" dirty="0">
                <a:solidFill>
                  <a:srgbClr val="FFFFFF"/>
                </a:solidFill>
                <a:latin typeface="Arial"/>
                <a:cs typeface="Arial"/>
              </a:rPr>
              <a:t> </a:t>
            </a:r>
            <a:r>
              <a:rPr sz="1800" spc="135" dirty="0">
                <a:solidFill>
                  <a:srgbClr val="FFFFFF"/>
                </a:solidFill>
                <a:latin typeface="Arial"/>
                <a:cs typeface="Arial"/>
              </a:rPr>
              <a:t>tamaño</a:t>
            </a:r>
            <a:r>
              <a:rPr sz="1800" spc="350" dirty="0">
                <a:solidFill>
                  <a:srgbClr val="FFFFFF"/>
                </a:solidFill>
                <a:latin typeface="Arial"/>
                <a:cs typeface="Arial"/>
              </a:rPr>
              <a:t> </a:t>
            </a:r>
            <a:r>
              <a:rPr sz="1800" spc="85" dirty="0">
                <a:solidFill>
                  <a:srgbClr val="FFFFFF"/>
                </a:solidFill>
                <a:latin typeface="Arial"/>
                <a:cs typeface="Arial"/>
              </a:rPr>
              <a:t>de</a:t>
            </a:r>
            <a:r>
              <a:rPr sz="1800" spc="350" dirty="0">
                <a:solidFill>
                  <a:srgbClr val="FFFFFF"/>
                </a:solidFill>
                <a:latin typeface="Arial"/>
                <a:cs typeface="Arial"/>
              </a:rPr>
              <a:t> </a:t>
            </a:r>
            <a:r>
              <a:rPr sz="1800" spc="145" dirty="0">
                <a:solidFill>
                  <a:srgbClr val="FFFFFF"/>
                </a:solidFill>
                <a:latin typeface="Arial"/>
                <a:cs typeface="Arial"/>
              </a:rPr>
              <a:t>espacio</a:t>
            </a:r>
            <a:r>
              <a:rPr sz="1800" spc="350" dirty="0">
                <a:solidFill>
                  <a:srgbClr val="FFFFFF"/>
                </a:solidFill>
                <a:latin typeface="Arial"/>
                <a:cs typeface="Arial"/>
              </a:rPr>
              <a:t> </a:t>
            </a:r>
            <a:r>
              <a:rPr sz="1800" spc="80" dirty="0">
                <a:solidFill>
                  <a:srgbClr val="FFFFFF"/>
                </a:solidFill>
                <a:latin typeface="Arial"/>
                <a:cs typeface="Arial"/>
              </a:rPr>
              <a:t>al</a:t>
            </a:r>
            <a:r>
              <a:rPr sz="1800" spc="355" dirty="0">
                <a:solidFill>
                  <a:srgbClr val="FFFFFF"/>
                </a:solidFill>
                <a:latin typeface="Arial"/>
                <a:cs typeface="Arial"/>
              </a:rPr>
              <a:t> </a:t>
            </a:r>
            <a:r>
              <a:rPr sz="1800" spc="85" dirty="0">
                <a:solidFill>
                  <a:srgbClr val="FFFFFF"/>
                </a:solidFill>
                <a:latin typeface="Arial"/>
                <a:cs typeface="Arial"/>
              </a:rPr>
              <a:t>que </a:t>
            </a:r>
            <a:r>
              <a:rPr sz="1800" spc="135" dirty="0">
                <a:solidFill>
                  <a:srgbClr val="FFFFFF"/>
                </a:solidFill>
                <a:latin typeface="Arial"/>
                <a:cs typeface="Arial"/>
              </a:rPr>
              <a:t>desea</a:t>
            </a:r>
            <a:r>
              <a:rPr sz="1800" spc="340" dirty="0">
                <a:solidFill>
                  <a:srgbClr val="FFFFFF"/>
                </a:solidFill>
                <a:latin typeface="Arial"/>
                <a:cs typeface="Arial"/>
              </a:rPr>
              <a:t> </a:t>
            </a:r>
            <a:r>
              <a:rPr sz="1800" spc="140" dirty="0">
                <a:solidFill>
                  <a:srgbClr val="FFFFFF"/>
                </a:solidFill>
                <a:latin typeface="Arial"/>
                <a:cs typeface="Arial"/>
              </a:rPr>
              <a:t>reducir</a:t>
            </a:r>
            <a:r>
              <a:rPr sz="1800" spc="355" dirty="0">
                <a:solidFill>
                  <a:srgbClr val="FFFFFF"/>
                </a:solidFill>
                <a:latin typeface="Arial"/>
                <a:cs typeface="Arial"/>
              </a:rPr>
              <a:t> </a:t>
            </a:r>
            <a:r>
              <a:rPr sz="1800" spc="80" dirty="0">
                <a:solidFill>
                  <a:srgbClr val="FFFFFF"/>
                </a:solidFill>
                <a:latin typeface="Arial"/>
                <a:cs typeface="Arial"/>
              </a:rPr>
              <a:t>le</a:t>
            </a:r>
            <a:r>
              <a:rPr sz="1800" spc="355" dirty="0">
                <a:solidFill>
                  <a:srgbClr val="FFFFFF"/>
                </a:solidFill>
                <a:latin typeface="Arial"/>
                <a:cs typeface="Arial"/>
              </a:rPr>
              <a:t> </a:t>
            </a:r>
            <a:r>
              <a:rPr sz="1800" spc="150" dirty="0">
                <a:solidFill>
                  <a:srgbClr val="FFFFFF"/>
                </a:solidFill>
                <a:latin typeface="Arial"/>
                <a:cs typeface="Arial"/>
              </a:rPr>
              <a:t>asignaremos</a:t>
            </a:r>
            <a:r>
              <a:rPr sz="1800" spc="355" dirty="0">
                <a:solidFill>
                  <a:srgbClr val="FFFFFF"/>
                </a:solidFill>
                <a:latin typeface="Arial"/>
                <a:cs typeface="Arial"/>
              </a:rPr>
              <a:t> </a:t>
            </a:r>
            <a:r>
              <a:rPr sz="1800" spc="85" dirty="0">
                <a:solidFill>
                  <a:srgbClr val="FFFFFF"/>
                </a:solidFill>
                <a:latin typeface="Arial"/>
                <a:cs typeface="Arial"/>
              </a:rPr>
              <a:t>50</a:t>
            </a:r>
            <a:r>
              <a:rPr sz="1800" spc="-330" dirty="0">
                <a:solidFill>
                  <a:srgbClr val="FFFFFF"/>
                </a:solidFill>
                <a:latin typeface="Arial"/>
                <a:cs typeface="Arial"/>
              </a:rPr>
              <a:t> </a:t>
            </a:r>
            <a:r>
              <a:rPr sz="1800" spc="85" dirty="0">
                <a:solidFill>
                  <a:srgbClr val="FFFFFF"/>
                </a:solidFill>
                <a:latin typeface="Arial"/>
                <a:cs typeface="Arial"/>
              </a:rPr>
              <a:t>gb</a:t>
            </a:r>
            <a:r>
              <a:rPr sz="1800" spc="355"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30" dirty="0">
                <a:solidFill>
                  <a:srgbClr val="FFFFFF"/>
                </a:solidFill>
                <a:latin typeface="Arial"/>
                <a:cs typeface="Arial"/>
              </a:rPr>
              <a:t>damos</a:t>
            </a:r>
            <a:r>
              <a:rPr sz="1800" spc="355" dirty="0">
                <a:solidFill>
                  <a:srgbClr val="FFFFFF"/>
                </a:solidFill>
                <a:latin typeface="Arial"/>
                <a:cs typeface="Arial"/>
              </a:rPr>
              <a:t> </a:t>
            </a:r>
            <a:r>
              <a:rPr sz="1800" spc="85" dirty="0">
                <a:solidFill>
                  <a:srgbClr val="FFFFFF"/>
                </a:solidFill>
                <a:latin typeface="Arial"/>
                <a:cs typeface="Arial"/>
              </a:rPr>
              <a:t>en</a:t>
            </a:r>
            <a:r>
              <a:rPr sz="1800" spc="355" dirty="0">
                <a:solidFill>
                  <a:srgbClr val="FFFFFF"/>
                </a:solidFill>
                <a:latin typeface="Arial"/>
                <a:cs typeface="Arial"/>
              </a:rPr>
              <a:t> </a:t>
            </a:r>
            <a:r>
              <a:rPr sz="1800" spc="130" dirty="0">
                <a:solidFill>
                  <a:srgbClr val="FFFFFF"/>
                </a:solidFill>
                <a:latin typeface="Arial"/>
                <a:cs typeface="Arial"/>
              </a:rPr>
              <a:t>reducir</a:t>
            </a:r>
            <a:endParaRPr sz="1800">
              <a:latin typeface="Arial"/>
              <a:cs typeface="Arial"/>
            </a:endParaRPr>
          </a:p>
        </p:txBody>
      </p:sp>
      <p:sp>
        <p:nvSpPr>
          <p:cNvPr id="5" name="object 5"/>
          <p:cNvSpPr txBox="1"/>
          <p:nvPr/>
        </p:nvSpPr>
        <p:spPr>
          <a:xfrm>
            <a:off x="10757128" y="7481278"/>
            <a:ext cx="473964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a:cs typeface="Arial"/>
              </a:rPr>
              <a:t>Y</a:t>
            </a:r>
            <a:r>
              <a:rPr sz="1800" spc="340" dirty="0">
                <a:solidFill>
                  <a:srgbClr val="FFFFFF"/>
                </a:solidFill>
                <a:latin typeface="Arial"/>
                <a:cs typeface="Arial"/>
              </a:rPr>
              <a:t> </a:t>
            </a:r>
            <a:r>
              <a:rPr sz="1800" spc="85" dirty="0">
                <a:solidFill>
                  <a:srgbClr val="FFFFFF"/>
                </a:solidFill>
                <a:latin typeface="Arial"/>
                <a:cs typeface="Arial"/>
              </a:rPr>
              <a:t>se</a:t>
            </a:r>
            <a:r>
              <a:rPr sz="1800" spc="355" dirty="0">
                <a:solidFill>
                  <a:srgbClr val="FFFFFF"/>
                </a:solidFill>
                <a:latin typeface="Arial"/>
                <a:cs typeface="Arial"/>
              </a:rPr>
              <a:t> </a:t>
            </a:r>
            <a:r>
              <a:rPr sz="1800" spc="145" dirty="0">
                <a:solidFill>
                  <a:srgbClr val="FFFFFF"/>
                </a:solidFill>
                <a:latin typeface="Arial"/>
                <a:cs typeface="Arial"/>
              </a:rPr>
              <a:t>mostrara</a:t>
            </a:r>
            <a:r>
              <a:rPr sz="1800" spc="355" dirty="0">
                <a:solidFill>
                  <a:srgbClr val="FFFFFF"/>
                </a:solidFill>
                <a:latin typeface="Arial"/>
                <a:cs typeface="Arial"/>
              </a:rPr>
              <a:t> </a:t>
            </a:r>
            <a:r>
              <a:rPr sz="1800" spc="80" dirty="0">
                <a:solidFill>
                  <a:srgbClr val="FFFFFF"/>
                </a:solidFill>
                <a:latin typeface="Arial"/>
                <a:cs typeface="Arial"/>
              </a:rPr>
              <a:t>la</a:t>
            </a:r>
            <a:r>
              <a:rPr sz="1800" spc="350" dirty="0">
                <a:solidFill>
                  <a:srgbClr val="FFFFFF"/>
                </a:solidFill>
                <a:latin typeface="Arial"/>
                <a:cs typeface="Arial"/>
              </a:rPr>
              <a:t> </a:t>
            </a:r>
            <a:r>
              <a:rPr sz="1800" spc="145" dirty="0">
                <a:solidFill>
                  <a:srgbClr val="FFFFFF"/>
                </a:solidFill>
                <a:latin typeface="Arial"/>
                <a:cs typeface="Arial"/>
              </a:rPr>
              <a:t>partición</a:t>
            </a:r>
            <a:r>
              <a:rPr sz="1800" spc="355" dirty="0">
                <a:solidFill>
                  <a:srgbClr val="FFFFFF"/>
                </a:solidFill>
                <a:latin typeface="Arial"/>
                <a:cs typeface="Arial"/>
              </a:rPr>
              <a:t> </a:t>
            </a:r>
            <a:r>
              <a:rPr sz="1800" spc="85" dirty="0">
                <a:solidFill>
                  <a:srgbClr val="FFFFFF"/>
                </a:solidFill>
                <a:latin typeface="Arial"/>
                <a:cs typeface="Arial"/>
              </a:rPr>
              <a:t>no</a:t>
            </a:r>
            <a:r>
              <a:rPr sz="1800" spc="355" dirty="0">
                <a:solidFill>
                  <a:srgbClr val="FFFFFF"/>
                </a:solidFill>
                <a:latin typeface="Arial"/>
                <a:cs typeface="Arial"/>
              </a:rPr>
              <a:t> </a:t>
            </a:r>
            <a:r>
              <a:rPr sz="1800" spc="135" dirty="0">
                <a:solidFill>
                  <a:srgbClr val="FFFFFF"/>
                </a:solidFill>
                <a:latin typeface="Arial"/>
                <a:cs typeface="Arial"/>
              </a:rPr>
              <a:t>asignada</a:t>
            </a:r>
            <a:endParaRPr sz="1800">
              <a:latin typeface="Arial"/>
              <a:cs typeface="Arial"/>
            </a:endParaRPr>
          </a:p>
        </p:txBody>
      </p:sp>
      <p:pic>
        <p:nvPicPr>
          <p:cNvPr id="6" name="object 6"/>
          <p:cNvPicPr/>
          <p:nvPr/>
        </p:nvPicPr>
        <p:blipFill>
          <a:blip r:embed="rId2" cstate="print"/>
          <a:stretch>
            <a:fillRect/>
          </a:stretch>
        </p:blipFill>
        <p:spPr>
          <a:xfrm>
            <a:off x="399798" y="2139950"/>
            <a:ext cx="9588982" cy="5391619"/>
          </a:xfrm>
          <a:prstGeom prst="rect">
            <a:avLst/>
          </a:prstGeom>
        </p:spPr>
      </p:pic>
      <p:pic>
        <p:nvPicPr>
          <p:cNvPr id="7" name="object 7"/>
          <p:cNvPicPr/>
          <p:nvPr/>
        </p:nvPicPr>
        <p:blipFill>
          <a:blip r:embed="rId3" cstate="print"/>
          <a:stretch>
            <a:fillRect/>
          </a:stretch>
        </p:blipFill>
        <p:spPr>
          <a:xfrm>
            <a:off x="10134600" y="2538196"/>
            <a:ext cx="7517091" cy="45951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4" dirty="0"/>
              <a:t>Paso</a:t>
            </a:r>
            <a:r>
              <a:rPr spc="360" dirty="0"/>
              <a:t> </a:t>
            </a:r>
            <a:r>
              <a:rPr spc="70" dirty="0"/>
              <a:t>3:</a:t>
            </a:r>
            <a:r>
              <a:rPr spc="360" dirty="0"/>
              <a:t> </a:t>
            </a:r>
            <a:r>
              <a:rPr spc="145" dirty="0"/>
              <a:t>Descargamos</a:t>
            </a:r>
            <a:r>
              <a:rPr spc="360" dirty="0"/>
              <a:t> </a:t>
            </a:r>
            <a:r>
              <a:rPr spc="125" dirty="0"/>
              <a:t>Rufus</a:t>
            </a:r>
            <a:r>
              <a:rPr spc="360" dirty="0"/>
              <a:t> </a:t>
            </a:r>
            <a:r>
              <a:rPr dirty="0"/>
              <a:t>y</a:t>
            </a:r>
            <a:r>
              <a:rPr spc="360" dirty="0"/>
              <a:t> </a:t>
            </a:r>
            <a:r>
              <a:rPr spc="140" dirty="0"/>
              <a:t>preparamos</a:t>
            </a:r>
            <a:r>
              <a:rPr spc="365" dirty="0"/>
              <a:t> </a:t>
            </a:r>
            <a:r>
              <a:rPr spc="75" dirty="0"/>
              <a:t>la</a:t>
            </a:r>
            <a:r>
              <a:rPr spc="360" dirty="0"/>
              <a:t> </a:t>
            </a:r>
            <a:r>
              <a:rPr spc="135" dirty="0"/>
              <a:t>memoria</a:t>
            </a:r>
            <a:r>
              <a:rPr spc="360" dirty="0"/>
              <a:t> </a:t>
            </a:r>
            <a:r>
              <a:rPr spc="100" dirty="0"/>
              <a:t>con</a:t>
            </a:r>
            <a:r>
              <a:rPr spc="360" dirty="0"/>
              <a:t> </a:t>
            </a:r>
            <a:r>
              <a:rPr spc="75" dirty="0"/>
              <a:t>la</a:t>
            </a:r>
            <a:r>
              <a:rPr spc="360" dirty="0"/>
              <a:t> </a:t>
            </a:r>
            <a:r>
              <a:rPr spc="70" dirty="0"/>
              <a:t>ISO</a:t>
            </a:r>
          </a:p>
        </p:txBody>
      </p:sp>
      <p:sp>
        <p:nvSpPr>
          <p:cNvPr id="3" name="object 3"/>
          <p:cNvSpPr txBox="1"/>
          <p:nvPr/>
        </p:nvSpPr>
        <p:spPr>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Calibri"/>
                <a:cs typeface="Calibri"/>
              </a:rPr>
              <a:t>03</a:t>
            </a:r>
            <a:endParaRPr sz="1800">
              <a:latin typeface="Calibri"/>
              <a:cs typeface="Calibri"/>
            </a:endParaRPr>
          </a:p>
        </p:txBody>
      </p:sp>
      <p:sp>
        <p:nvSpPr>
          <p:cNvPr id="4" name="object 4"/>
          <p:cNvSpPr txBox="1"/>
          <p:nvPr/>
        </p:nvSpPr>
        <p:spPr>
          <a:xfrm>
            <a:off x="809558" y="7825346"/>
            <a:ext cx="6743700" cy="848360"/>
          </a:xfrm>
          <a:prstGeom prst="rect">
            <a:avLst/>
          </a:prstGeom>
        </p:spPr>
        <p:txBody>
          <a:bodyPr vert="horz" wrap="square" lIns="0" tIns="12700" rIns="0" bIns="0" rtlCol="0">
            <a:spAutoFit/>
          </a:bodyPr>
          <a:lstStyle/>
          <a:p>
            <a:pPr marL="12700" marR="5080" algn="just">
              <a:lnSpc>
                <a:spcPct val="100000"/>
              </a:lnSpc>
              <a:spcBef>
                <a:spcPts val="100"/>
              </a:spcBef>
            </a:pPr>
            <a:r>
              <a:rPr sz="1800" spc="125" dirty="0">
                <a:solidFill>
                  <a:srgbClr val="FFFFFF"/>
                </a:solidFill>
                <a:latin typeface="Arial"/>
                <a:cs typeface="Arial"/>
              </a:rPr>
              <a:t>Para</a:t>
            </a:r>
            <a:r>
              <a:rPr sz="1800" spc="345" dirty="0">
                <a:solidFill>
                  <a:srgbClr val="FFFFFF"/>
                </a:solidFill>
                <a:latin typeface="Arial"/>
                <a:cs typeface="Arial"/>
              </a:rPr>
              <a:t> </a:t>
            </a:r>
            <a:r>
              <a:rPr sz="1800" spc="140" dirty="0">
                <a:solidFill>
                  <a:srgbClr val="FFFFFF"/>
                </a:solidFill>
                <a:latin typeface="Arial"/>
                <a:cs typeface="Arial"/>
              </a:rPr>
              <a:t>obtener</a:t>
            </a:r>
            <a:r>
              <a:rPr sz="1800" spc="345" dirty="0">
                <a:solidFill>
                  <a:srgbClr val="FFFFFF"/>
                </a:solidFill>
                <a:latin typeface="Arial"/>
                <a:cs typeface="Arial"/>
              </a:rPr>
              <a:t> </a:t>
            </a:r>
            <a:r>
              <a:rPr sz="1800" spc="170" dirty="0">
                <a:solidFill>
                  <a:srgbClr val="FFFFFF"/>
                </a:solidFill>
                <a:latin typeface="Arial"/>
                <a:cs typeface="Arial"/>
              </a:rPr>
              <a:t>Rufu</a:t>
            </a:r>
            <a:r>
              <a:rPr sz="1800" dirty="0">
                <a:solidFill>
                  <a:srgbClr val="FFFFFF"/>
                </a:solidFill>
                <a:latin typeface="Arial"/>
                <a:cs typeface="Arial"/>
              </a:rPr>
              <a:t>s</a:t>
            </a:r>
            <a:r>
              <a:rPr sz="1800" spc="345" dirty="0">
                <a:solidFill>
                  <a:srgbClr val="FFFFFF"/>
                </a:solidFill>
                <a:latin typeface="Arial"/>
                <a:cs typeface="Arial"/>
              </a:rPr>
              <a:t> </a:t>
            </a:r>
            <a:r>
              <a:rPr sz="1800" spc="170" dirty="0">
                <a:solidFill>
                  <a:srgbClr val="FFFFFF"/>
                </a:solidFill>
                <a:latin typeface="Arial"/>
                <a:cs typeface="Arial"/>
              </a:rPr>
              <a:t>no</a:t>
            </a:r>
            <a:r>
              <a:rPr sz="1800" dirty="0">
                <a:solidFill>
                  <a:srgbClr val="FFFFFF"/>
                </a:solidFill>
                <a:latin typeface="Arial"/>
                <a:cs typeface="Arial"/>
              </a:rPr>
              <a:t>s</a:t>
            </a:r>
            <a:r>
              <a:rPr sz="1800" spc="345" dirty="0">
                <a:solidFill>
                  <a:srgbClr val="FFFFFF"/>
                </a:solidFill>
                <a:latin typeface="Arial"/>
                <a:cs typeface="Arial"/>
              </a:rPr>
              <a:t> </a:t>
            </a:r>
            <a:r>
              <a:rPr sz="1800" spc="145" dirty="0">
                <a:solidFill>
                  <a:srgbClr val="FFFFFF"/>
                </a:solidFill>
                <a:latin typeface="Arial"/>
                <a:cs typeface="Arial"/>
              </a:rPr>
              <a:t>dirigimos</a:t>
            </a:r>
            <a:r>
              <a:rPr sz="1800" spc="345" dirty="0">
                <a:solidFill>
                  <a:srgbClr val="FFFFFF"/>
                </a:solidFill>
                <a:latin typeface="Arial"/>
                <a:cs typeface="Arial"/>
              </a:rPr>
              <a:t> </a:t>
            </a:r>
            <a:r>
              <a:rPr sz="1800" dirty="0">
                <a:solidFill>
                  <a:srgbClr val="FFFFFF"/>
                </a:solidFill>
                <a:latin typeface="Arial"/>
                <a:cs typeface="Arial"/>
              </a:rPr>
              <a:t>a</a:t>
            </a:r>
            <a:r>
              <a:rPr sz="1800" spc="345" dirty="0">
                <a:solidFill>
                  <a:srgbClr val="FFFFFF"/>
                </a:solidFill>
                <a:latin typeface="Arial"/>
                <a:cs typeface="Arial"/>
              </a:rPr>
              <a:t> </a:t>
            </a:r>
            <a:r>
              <a:rPr sz="1800" spc="80" dirty="0">
                <a:solidFill>
                  <a:srgbClr val="FFFFFF"/>
                </a:solidFill>
                <a:latin typeface="Arial"/>
                <a:cs typeface="Arial"/>
              </a:rPr>
              <a:t>la</a:t>
            </a:r>
            <a:r>
              <a:rPr sz="1800" spc="345" dirty="0">
                <a:solidFill>
                  <a:srgbClr val="FFFFFF"/>
                </a:solidFill>
                <a:latin typeface="Arial"/>
                <a:cs typeface="Arial"/>
              </a:rPr>
              <a:t> </a:t>
            </a:r>
            <a:r>
              <a:rPr sz="1800" spc="150" dirty="0">
                <a:solidFill>
                  <a:srgbClr val="FFFFFF"/>
                </a:solidFill>
                <a:latin typeface="Arial"/>
                <a:cs typeface="Arial"/>
              </a:rPr>
              <a:t>siguiente</a:t>
            </a:r>
            <a:r>
              <a:rPr sz="1800" spc="345" dirty="0">
                <a:solidFill>
                  <a:srgbClr val="FFFFFF"/>
                </a:solidFill>
                <a:latin typeface="Arial"/>
                <a:cs typeface="Arial"/>
              </a:rPr>
              <a:t> </a:t>
            </a:r>
            <a:r>
              <a:rPr sz="1800" spc="140" dirty="0">
                <a:solidFill>
                  <a:srgbClr val="FFFFFF"/>
                </a:solidFill>
                <a:latin typeface="Arial"/>
                <a:cs typeface="Arial"/>
              </a:rPr>
              <a:t>pagina</a:t>
            </a:r>
            <a:r>
              <a:rPr sz="1800" dirty="0">
                <a:solidFill>
                  <a:srgbClr val="FFFFFF"/>
                </a:solidFill>
                <a:latin typeface="Arial"/>
                <a:cs typeface="Arial"/>
              </a:rPr>
              <a:t> </a:t>
            </a:r>
            <a:r>
              <a:rPr sz="1800" spc="105" dirty="0">
                <a:solidFill>
                  <a:srgbClr val="FFFFFF"/>
                </a:solidFill>
                <a:latin typeface="Arial"/>
                <a:cs typeface="Arial"/>
              </a:rPr>
              <a:t>web</a:t>
            </a:r>
            <a:r>
              <a:rPr sz="1800" spc="345" dirty="0">
                <a:solidFill>
                  <a:srgbClr val="FFFFFF"/>
                </a:solidFill>
                <a:latin typeface="Arial"/>
                <a:cs typeface="Arial"/>
              </a:rPr>
              <a:t> </a:t>
            </a:r>
            <a:r>
              <a:rPr sz="1800" dirty="0">
                <a:solidFill>
                  <a:srgbClr val="FFFFFF"/>
                </a:solidFill>
                <a:latin typeface="Arial"/>
                <a:cs typeface="Arial"/>
              </a:rPr>
              <a:t>:</a:t>
            </a:r>
            <a:r>
              <a:rPr sz="1800" spc="-330" dirty="0">
                <a:solidFill>
                  <a:srgbClr val="FFFFFF"/>
                </a:solidFill>
                <a:latin typeface="Arial"/>
                <a:cs typeface="Arial"/>
              </a:rPr>
              <a:t> </a:t>
            </a:r>
            <a:r>
              <a:rPr sz="1800" spc="170" dirty="0">
                <a:solidFill>
                  <a:srgbClr val="FFFFFF"/>
                </a:solidFill>
                <a:latin typeface="Arial"/>
                <a:cs typeface="Arial"/>
              </a:rPr>
              <a:t>https:/</a:t>
            </a:r>
            <a:r>
              <a:rPr sz="1800" dirty="0">
                <a:solidFill>
                  <a:srgbClr val="FFFFFF"/>
                </a:solidFill>
                <a:latin typeface="Arial"/>
                <a:cs typeface="Arial"/>
              </a:rPr>
              <a:t>/</a:t>
            </a:r>
            <a:r>
              <a:rPr sz="1800" spc="-330" dirty="0">
                <a:solidFill>
                  <a:srgbClr val="FFFFFF"/>
                </a:solidFill>
                <a:latin typeface="Arial"/>
                <a:cs typeface="Arial"/>
              </a:rPr>
              <a:t> </a:t>
            </a:r>
            <a:r>
              <a:rPr sz="1800" spc="140" dirty="0">
                <a:solidFill>
                  <a:srgbClr val="FFFFFF"/>
                </a:solidFill>
                <a:latin typeface="Arial"/>
                <a:cs typeface="Arial"/>
              </a:rPr>
              <a:t>rufus.</a:t>
            </a:r>
            <a:r>
              <a:rPr sz="1800" spc="-330" dirty="0">
                <a:solidFill>
                  <a:srgbClr val="FFFFFF"/>
                </a:solidFill>
                <a:latin typeface="Arial"/>
                <a:cs typeface="Arial"/>
              </a:rPr>
              <a:t> </a:t>
            </a:r>
            <a:r>
              <a:rPr sz="1800" spc="110" dirty="0">
                <a:solidFill>
                  <a:srgbClr val="FFFFFF"/>
                </a:solidFill>
                <a:latin typeface="Arial"/>
                <a:cs typeface="Arial"/>
              </a:rPr>
              <a:t>ie/</a:t>
            </a:r>
            <a:r>
              <a:rPr sz="1800" spc="-330" dirty="0">
                <a:solidFill>
                  <a:srgbClr val="FFFFFF"/>
                </a:solidFill>
                <a:latin typeface="Arial"/>
                <a:cs typeface="Arial"/>
              </a:rPr>
              <a:t> </a:t>
            </a:r>
            <a:r>
              <a:rPr sz="1800" spc="170" dirty="0">
                <a:solidFill>
                  <a:srgbClr val="FFFFFF"/>
                </a:solidFill>
                <a:latin typeface="Arial"/>
                <a:cs typeface="Arial"/>
              </a:rPr>
              <a:t>es</a:t>
            </a:r>
            <a:r>
              <a:rPr sz="1800" dirty="0">
                <a:solidFill>
                  <a:srgbClr val="FFFFFF"/>
                </a:solidFill>
                <a:latin typeface="Arial"/>
                <a:cs typeface="Arial"/>
              </a:rPr>
              <a:t>/</a:t>
            </a:r>
            <a:r>
              <a:rPr sz="1800" spc="345" dirty="0">
                <a:solidFill>
                  <a:srgbClr val="FFFFFF"/>
                </a:solidFill>
                <a:latin typeface="Arial"/>
                <a:cs typeface="Arial"/>
              </a:rPr>
              <a:t> </a:t>
            </a:r>
            <a:r>
              <a:rPr sz="1800" dirty="0">
                <a:solidFill>
                  <a:srgbClr val="FFFFFF"/>
                </a:solidFill>
                <a:latin typeface="Arial"/>
                <a:cs typeface="Arial"/>
              </a:rPr>
              <a:t>y</a:t>
            </a:r>
            <a:r>
              <a:rPr sz="1800" spc="345" dirty="0">
                <a:solidFill>
                  <a:srgbClr val="FFFFFF"/>
                </a:solidFill>
                <a:latin typeface="Arial"/>
                <a:cs typeface="Arial"/>
              </a:rPr>
              <a:t> </a:t>
            </a:r>
            <a:r>
              <a:rPr sz="1800" spc="150" dirty="0">
                <a:solidFill>
                  <a:srgbClr val="FFFFFF"/>
                </a:solidFill>
                <a:latin typeface="Arial"/>
                <a:cs typeface="Arial"/>
              </a:rPr>
              <a:t>descargamos</a:t>
            </a:r>
            <a:r>
              <a:rPr sz="1800" spc="345" dirty="0">
                <a:solidFill>
                  <a:srgbClr val="FFFFFF"/>
                </a:solidFill>
                <a:latin typeface="Arial"/>
                <a:cs typeface="Arial"/>
              </a:rPr>
              <a:t> </a:t>
            </a:r>
            <a:r>
              <a:rPr sz="1800" spc="80" dirty="0">
                <a:solidFill>
                  <a:srgbClr val="FFFFFF"/>
                </a:solidFill>
                <a:latin typeface="Arial"/>
                <a:cs typeface="Arial"/>
              </a:rPr>
              <a:t>la</a:t>
            </a:r>
            <a:r>
              <a:rPr sz="1800" spc="345" dirty="0">
                <a:solidFill>
                  <a:srgbClr val="FFFFFF"/>
                </a:solidFill>
                <a:latin typeface="Arial"/>
                <a:cs typeface="Arial"/>
              </a:rPr>
              <a:t> </a:t>
            </a:r>
            <a:r>
              <a:rPr sz="1800" spc="140" dirty="0">
                <a:solidFill>
                  <a:srgbClr val="FFFFFF"/>
                </a:solidFill>
                <a:latin typeface="Arial"/>
                <a:cs typeface="Arial"/>
              </a:rPr>
              <a:t>versión</a:t>
            </a:r>
            <a:r>
              <a:rPr sz="1800" spc="345" dirty="0">
                <a:solidFill>
                  <a:srgbClr val="FFFFFF"/>
                </a:solidFill>
                <a:latin typeface="Arial"/>
                <a:cs typeface="Arial"/>
              </a:rPr>
              <a:t> </a:t>
            </a:r>
            <a:r>
              <a:rPr sz="1800" spc="125" dirty="0">
                <a:solidFill>
                  <a:srgbClr val="FFFFFF"/>
                </a:solidFill>
                <a:latin typeface="Arial"/>
                <a:cs typeface="Arial"/>
              </a:rPr>
              <a:t>para</a:t>
            </a:r>
            <a:r>
              <a:rPr sz="1800" dirty="0">
                <a:solidFill>
                  <a:srgbClr val="FFFFFF"/>
                </a:solidFill>
                <a:latin typeface="Arial"/>
                <a:cs typeface="Arial"/>
              </a:rPr>
              <a:t> </a:t>
            </a:r>
            <a:r>
              <a:rPr sz="1800" spc="140" dirty="0">
                <a:solidFill>
                  <a:srgbClr val="FFFFFF"/>
                </a:solidFill>
                <a:latin typeface="Arial"/>
                <a:cs typeface="Arial"/>
              </a:rPr>
              <a:t>Windowsx</a:t>
            </a:r>
            <a:r>
              <a:rPr sz="1800" spc="-335" dirty="0">
                <a:solidFill>
                  <a:srgbClr val="FFFFFF"/>
                </a:solidFill>
                <a:latin typeface="Arial"/>
                <a:cs typeface="Arial"/>
              </a:rPr>
              <a:t> </a:t>
            </a:r>
            <a:r>
              <a:rPr sz="1800" spc="170" dirty="0">
                <a:solidFill>
                  <a:srgbClr val="FFFFFF"/>
                </a:solidFill>
                <a:latin typeface="Arial"/>
                <a:cs typeface="Arial"/>
              </a:rPr>
              <a:t>6</a:t>
            </a:r>
            <a:r>
              <a:rPr sz="1800" dirty="0">
                <a:solidFill>
                  <a:srgbClr val="FFFFFF"/>
                </a:solidFill>
                <a:latin typeface="Arial"/>
                <a:cs typeface="Arial"/>
              </a:rPr>
              <a:t>4</a:t>
            </a:r>
            <a:endParaRPr sz="1800">
              <a:latin typeface="Arial"/>
              <a:cs typeface="Arial"/>
            </a:endParaRPr>
          </a:p>
        </p:txBody>
      </p:sp>
      <p:sp>
        <p:nvSpPr>
          <p:cNvPr id="5" name="object 5"/>
          <p:cNvSpPr txBox="1"/>
          <p:nvPr/>
        </p:nvSpPr>
        <p:spPr>
          <a:xfrm>
            <a:off x="8883307" y="8516658"/>
            <a:ext cx="8872220" cy="1671320"/>
          </a:xfrm>
          <a:prstGeom prst="rect">
            <a:avLst/>
          </a:prstGeom>
        </p:spPr>
        <p:txBody>
          <a:bodyPr vert="horz" wrap="square" lIns="0" tIns="12700" rIns="0" bIns="0" rtlCol="0">
            <a:spAutoFit/>
          </a:bodyPr>
          <a:lstStyle/>
          <a:p>
            <a:pPr marL="12700" marR="5080">
              <a:lnSpc>
                <a:spcPct val="100000"/>
              </a:lnSpc>
              <a:spcBef>
                <a:spcPts val="100"/>
              </a:spcBef>
            </a:pPr>
            <a:r>
              <a:rPr sz="1800" spc="145" dirty="0">
                <a:solidFill>
                  <a:srgbClr val="FFFFFF"/>
                </a:solidFill>
                <a:latin typeface="Arial"/>
                <a:cs typeface="Arial"/>
              </a:rPr>
              <a:t>Tendremos</a:t>
            </a:r>
            <a:r>
              <a:rPr sz="1800" spc="355" dirty="0">
                <a:solidFill>
                  <a:srgbClr val="FFFFFF"/>
                </a:solidFill>
                <a:latin typeface="Arial"/>
                <a:cs typeface="Arial"/>
              </a:rPr>
              <a:t> </a:t>
            </a:r>
            <a:r>
              <a:rPr sz="1800" spc="110" dirty="0">
                <a:solidFill>
                  <a:srgbClr val="FFFFFF"/>
                </a:solidFill>
                <a:latin typeface="Arial"/>
                <a:cs typeface="Arial"/>
              </a:rPr>
              <a:t>que</a:t>
            </a:r>
            <a:r>
              <a:rPr sz="1800" spc="355" dirty="0">
                <a:solidFill>
                  <a:srgbClr val="FFFFFF"/>
                </a:solidFill>
                <a:latin typeface="Arial"/>
                <a:cs typeface="Arial"/>
              </a:rPr>
              <a:t> </a:t>
            </a:r>
            <a:r>
              <a:rPr sz="1800" spc="145" dirty="0">
                <a:solidFill>
                  <a:srgbClr val="FFFFFF"/>
                </a:solidFill>
                <a:latin typeface="Arial"/>
                <a:cs typeface="Arial"/>
              </a:rPr>
              <a:t>conectar</a:t>
            </a:r>
            <a:r>
              <a:rPr sz="1800" spc="355" dirty="0">
                <a:solidFill>
                  <a:srgbClr val="FFFFFF"/>
                </a:solidFill>
                <a:latin typeface="Arial"/>
                <a:cs typeface="Arial"/>
              </a:rPr>
              <a:t> </a:t>
            </a:r>
            <a:r>
              <a:rPr sz="1800" spc="110" dirty="0">
                <a:solidFill>
                  <a:srgbClr val="FFFFFF"/>
                </a:solidFill>
                <a:latin typeface="Arial"/>
                <a:cs typeface="Arial"/>
              </a:rPr>
              <a:t>una</a:t>
            </a:r>
            <a:r>
              <a:rPr sz="1800" spc="355" dirty="0">
                <a:solidFill>
                  <a:srgbClr val="FFFFFF"/>
                </a:solidFill>
                <a:latin typeface="Arial"/>
                <a:cs typeface="Arial"/>
              </a:rPr>
              <a:t> </a:t>
            </a:r>
            <a:r>
              <a:rPr sz="1800" spc="110" dirty="0">
                <a:solidFill>
                  <a:srgbClr val="FFFFFF"/>
                </a:solidFill>
                <a:latin typeface="Arial"/>
                <a:cs typeface="Arial"/>
              </a:rPr>
              <a:t>Usb</a:t>
            </a:r>
            <a:r>
              <a:rPr sz="1800" spc="355" dirty="0">
                <a:solidFill>
                  <a:srgbClr val="FFFFFF"/>
                </a:solidFill>
                <a:latin typeface="Arial"/>
                <a:cs typeface="Arial"/>
              </a:rPr>
              <a:t> </a:t>
            </a:r>
            <a:r>
              <a:rPr sz="1800" spc="110" dirty="0">
                <a:solidFill>
                  <a:srgbClr val="FFFFFF"/>
                </a:solidFill>
                <a:latin typeface="Arial"/>
                <a:cs typeface="Arial"/>
              </a:rPr>
              <a:t>que</a:t>
            </a:r>
            <a:r>
              <a:rPr sz="1800" spc="355" dirty="0">
                <a:solidFill>
                  <a:srgbClr val="FFFFFF"/>
                </a:solidFill>
                <a:latin typeface="Arial"/>
                <a:cs typeface="Arial"/>
              </a:rPr>
              <a:t> </a:t>
            </a:r>
            <a:r>
              <a:rPr sz="1800" spc="110" dirty="0">
                <a:solidFill>
                  <a:srgbClr val="FFFFFF"/>
                </a:solidFill>
                <a:latin typeface="Arial"/>
                <a:cs typeface="Arial"/>
              </a:rPr>
              <a:t>sea</a:t>
            </a:r>
            <a:r>
              <a:rPr sz="1800" spc="355" dirty="0">
                <a:solidFill>
                  <a:srgbClr val="FFFFFF"/>
                </a:solidFill>
                <a:latin typeface="Arial"/>
                <a:cs typeface="Arial"/>
              </a:rPr>
              <a:t> </a:t>
            </a:r>
            <a:r>
              <a:rPr sz="1800" spc="85" dirty="0">
                <a:solidFill>
                  <a:srgbClr val="FFFFFF"/>
                </a:solidFill>
                <a:latin typeface="Arial"/>
                <a:cs typeface="Arial"/>
              </a:rPr>
              <a:t>de</a:t>
            </a:r>
            <a:r>
              <a:rPr sz="1800" spc="355" dirty="0">
                <a:solidFill>
                  <a:srgbClr val="FFFFFF"/>
                </a:solidFill>
                <a:latin typeface="Arial"/>
                <a:cs typeface="Arial"/>
              </a:rPr>
              <a:t> </a:t>
            </a:r>
            <a:r>
              <a:rPr sz="1800" spc="85" dirty="0">
                <a:solidFill>
                  <a:srgbClr val="FFFFFF"/>
                </a:solidFill>
                <a:latin typeface="Arial"/>
                <a:cs typeface="Arial"/>
              </a:rPr>
              <a:t>16</a:t>
            </a:r>
            <a:r>
              <a:rPr sz="1800" spc="355" dirty="0">
                <a:solidFill>
                  <a:srgbClr val="FFFFFF"/>
                </a:solidFill>
                <a:latin typeface="Arial"/>
                <a:cs typeface="Arial"/>
              </a:rPr>
              <a:t> </a:t>
            </a:r>
            <a:r>
              <a:rPr sz="1800" spc="110" dirty="0">
                <a:solidFill>
                  <a:srgbClr val="FFFFFF"/>
                </a:solidFill>
                <a:latin typeface="Arial"/>
                <a:cs typeface="Arial"/>
              </a:rPr>
              <a:t>gb(</a:t>
            </a:r>
            <a:r>
              <a:rPr sz="1800" spc="-325" dirty="0">
                <a:solidFill>
                  <a:srgbClr val="FFFFFF"/>
                </a:solidFill>
                <a:latin typeface="Arial"/>
                <a:cs typeface="Arial"/>
              </a:rPr>
              <a:t> </a:t>
            </a:r>
            <a:r>
              <a:rPr sz="1800" spc="80" dirty="0">
                <a:solidFill>
                  <a:srgbClr val="FFFFFF"/>
                </a:solidFill>
                <a:latin typeface="Arial"/>
                <a:cs typeface="Arial"/>
              </a:rPr>
              <a:t>la</a:t>
            </a:r>
            <a:r>
              <a:rPr sz="1800" spc="355" dirty="0">
                <a:solidFill>
                  <a:srgbClr val="FFFFFF"/>
                </a:solidFill>
                <a:latin typeface="Arial"/>
                <a:cs typeface="Arial"/>
              </a:rPr>
              <a:t> </a:t>
            </a:r>
            <a:r>
              <a:rPr sz="1800" spc="110" dirty="0">
                <a:solidFill>
                  <a:srgbClr val="FFFFFF"/>
                </a:solidFill>
                <a:latin typeface="Arial"/>
                <a:cs typeface="Arial"/>
              </a:rPr>
              <a:t>usb</a:t>
            </a:r>
            <a:r>
              <a:rPr sz="1800" spc="355" dirty="0">
                <a:solidFill>
                  <a:srgbClr val="FFFFFF"/>
                </a:solidFill>
                <a:latin typeface="Arial"/>
                <a:cs typeface="Arial"/>
              </a:rPr>
              <a:t> </a:t>
            </a:r>
            <a:r>
              <a:rPr sz="1800" spc="150" dirty="0">
                <a:solidFill>
                  <a:srgbClr val="FFFFFF"/>
                </a:solidFill>
                <a:latin typeface="Arial"/>
                <a:cs typeface="Arial"/>
              </a:rPr>
              <a:t>conectada</a:t>
            </a:r>
            <a:r>
              <a:rPr sz="1800" spc="355" dirty="0">
                <a:solidFill>
                  <a:srgbClr val="FFFFFF"/>
                </a:solidFill>
                <a:latin typeface="Arial"/>
                <a:cs typeface="Arial"/>
              </a:rPr>
              <a:t> </a:t>
            </a:r>
            <a:r>
              <a:rPr sz="1800" spc="60" dirty="0">
                <a:solidFill>
                  <a:srgbClr val="FFFFFF"/>
                </a:solidFill>
                <a:latin typeface="Arial"/>
                <a:cs typeface="Arial"/>
              </a:rPr>
              <a:t>es </a:t>
            </a:r>
            <a:r>
              <a:rPr sz="1800" spc="85" dirty="0">
                <a:solidFill>
                  <a:srgbClr val="FFFFFF"/>
                </a:solidFill>
                <a:latin typeface="Arial"/>
                <a:cs typeface="Arial"/>
              </a:rPr>
              <a:t>un</a:t>
            </a:r>
            <a:r>
              <a:rPr sz="1800" spc="340" dirty="0">
                <a:solidFill>
                  <a:srgbClr val="FFFFFF"/>
                </a:solidFill>
                <a:latin typeface="Arial"/>
                <a:cs typeface="Arial"/>
              </a:rPr>
              <a:t> </a:t>
            </a:r>
            <a:r>
              <a:rPr sz="1800" spc="145" dirty="0">
                <a:solidFill>
                  <a:srgbClr val="FFFFFF"/>
                </a:solidFill>
                <a:latin typeface="Arial"/>
                <a:cs typeface="Arial"/>
              </a:rPr>
              <a:t>ejemplo)</a:t>
            </a:r>
            <a:r>
              <a:rPr sz="1800" spc="355" dirty="0">
                <a:solidFill>
                  <a:srgbClr val="FFFFFF"/>
                </a:solidFill>
                <a:latin typeface="Arial"/>
                <a:cs typeface="Arial"/>
              </a:rPr>
              <a:t> </a:t>
            </a:r>
            <a:r>
              <a:rPr sz="1800" spc="85" dirty="0">
                <a:solidFill>
                  <a:srgbClr val="FFFFFF"/>
                </a:solidFill>
                <a:latin typeface="Arial"/>
                <a:cs typeface="Arial"/>
              </a:rPr>
              <a:t>en</a:t>
            </a:r>
            <a:r>
              <a:rPr sz="1800" spc="350" dirty="0">
                <a:solidFill>
                  <a:srgbClr val="FFFFFF"/>
                </a:solidFill>
                <a:latin typeface="Arial"/>
                <a:cs typeface="Arial"/>
              </a:rPr>
              <a:t> </a:t>
            </a:r>
            <a:r>
              <a:rPr sz="1800" spc="145" dirty="0">
                <a:solidFill>
                  <a:srgbClr val="FFFFFF"/>
                </a:solidFill>
                <a:latin typeface="Arial"/>
                <a:cs typeface="Arial"/>
              </a:rPr>
              <a:t>adelante</a:t>
            </a:r>
            <a:r>
              <a:rPr sz="1800" spc="355" dirty="0">
                <a:solidFill>
                  <a:srgbClr val="FFFFFF"/>
                </a:solidFill>
                <a:latin typeface="Arial"/>
                <a:cs typeface="Arial"/>
              </a:rPr>
              <a:t> </a:t>
            </a:r>
            <a:r>
              <a:rPr sz="1800" spc="125" dirty="0">
                <a:solidFill>
                  <a:srgbClr val="FFFFFF"/>
                </a:solidFill>
                <a:latin typeface="Arial"/>
                <a:cs typeface="Arial"/>
              </a:rPr>
              <a:t>para</a:t>
            </a:r>
            <a:r>
              <a:rPr sz="1800" spc="355" dirty="0">
                <a:solidFill>
                  <a:srgbClr val="FFFFFF"/>
                </a:solidFill>
                <a:latin typeface="Arial"/>
                <a:cs typeface="Arial"/>
              </a:rPr>
              <a:t> </a:t>
            </a:r>
            <a:r>
              <a:rPr sz="1800" spc="140" dirty="0">
                <a:solidFill>
                  <a:srgbClr val="FFFFFF"/>
                </a:solidFill>
                <a:latin typeface="Arial"/>
                <a:cs typeface="Arial"/>
              </a:rPr>
              <a:t>agregar</a:t>
            </a:r>
            <a:r>
              <a:rPr sz="1800" spc="350" dirty="0">
                <a:solidFill>
                  <a:srgbClr val="FFFFFF"/>
                </a:solidFill>
                <a:latin typeface="Arial"/>
                <a:cs typeface="Arial"/>
              </a:rPr>
              <a:t> </a:t>
            </a:r>
            <a:r>
              <a:rPr sz="1800" spc="80" dirty="0">
                <a:solidFill>
                  <a:srgbClr val="FFFFFF"/>
                </a:solidFill>
                <a:latin typeface="Arial"/>
                <a:cs typeface="Arial"/>
              </a:rPr>
              <a:t>la</a:t>
            </a:r>
            <a:r>
              <a:rPr sz="1800" spc="355" dirty="0">
                <a:solidFill>
                  <a:srgbClr val="FFFFFF"/>
                </a:solidFill>
                <a:latin typeface="Arial"/>
                <a:cs typeface="Arial"/>
              </a:rPr>
              <a:t> </a:t>
            </a:r>
            <a:r>
              <a:rPr sz="1800" spc="110" dirty="0">
                <a:solidFill>
                  <a:srgbClr val="FFFFFF"/>
                </a:solidFill>
                <a:latin typeface="Arial"/>
                <a:cs typeface="Arial"/>
              </a:rPr>
              <a:t>ISO</a:t>
            </a:r>
            <a:r>
              <a:rPr sz="1800" spc="350" dirty="0">
                <a:solidFill>
                  <a:srgbClr val="FFFFFF"/>
                </a:solidFill>
                <a:latin typeface="Arial"/>
                <a:cs typeface="Arial"/>
              </a:rPr>
              <a:t> </a:t>
            </a:r>
            <a:r>
              <a:rPr sz="1800" spc="85" dirty="0">
                <a:solidFill>
                  <a:srgbClr val="FFFFFF"/>
                </a:solidFill>
                <a:latin typeface="Arial"/>
                <a:cs typeface="Arial"/>
              </a:rPr>
              <a:t>de</a:t>
            </a:r>
            <a:r>
              <a:rPr sz="1800" spc="355" dirty="0">
                <a:solidFill>
                  <a:srgbClr val="FFFFFF"/>
                </a:solidFill>
                <a:latin typeface="Arial"/>
                <a:cs typeface="Arial"/>
              </a:rPr>
              <a:t> </a:t>
            </a:r>
            <a:r>
              <a:rPr sz="1800" spc="145" dirty="0">
                <a:solidFill>
                  <a:srgbClr val="FFFFFF"/>
                </a:solidFill>
                <a:latin typeface="Arial"/>
                <a:cs typeface="Arial"/>
              </a:rPr>
              <a:t>ubunntu</a:t>
            </a:r>
            <a:r>
              <a:rPr sz="1800" spc="355" dirty="0">
                <a:solidFill>
                  <a:srgbClr val="FFFFFF"/>
                </a:solidFill>
                <a:latin typeface="Arial"/>
                <a:cs typeface="Arial"/>
              </a:rPr>
              <a:t> </a:t>
            </a:r>
            <a:r>
              <a:rPr sz="1800" spc="140" dirty="0">
                <a:solidFill>
                  <a:srgbClr val="FFFFFF"/>
                </a:solidFill>
                <a:latin typeface="Arial"/>
                <a:cs typeface="Arial"/>
              </a:rPr>
              <a:t>ejecutamos </a:t>
            </a:r>
            <a:r>
              <a:rPr sz="1800" spc="135" dirty="0">
                <a:solidFill>
                  <a:srgbClr val="FFFFFF"/>
                </a:solidFill>
                <a:latin typeface="Arial"/>
                <a:cs typeface="Arial"/>
              </a:rPr>
              <a:t>Rufus</a:t>
            </a:r>
            <a:r>
              <a:rPr sz="1800" spc="350"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85" dirty="0">
                <a:solidFill>
                  <a:srgbClr val="FFFFFF"/>
                </a:solidFill>
                <a:latin typeface="Arial"/>
                <a:cs typeface="Arial"/>
              </a:rPr>
              <a:t>en</a:t>
            </a:r>
            <a:r>
              <a:rPr sz="1800" spc="350" dirty="0">
                <a:solidFill>
                  <a:srgbClr val="FFFFFF"/>
                </a:solidFill>
                <a:latin typeface="Arial"/>
                <a:cs typeface="Arial"/>
              </a:rPr>
              <a:t> </a:t>
            </a:r>
            <a:r>
              <a:rPr sz="1800" spc="150" dirty="0">
                <a:solidFill>
                  <a:srgbClr val="FFFFFF"/>
                </a:solidFill>
                <a:latin typeface="Arial"/>
                <a:cs typeface="Arial"/>
              </a:rPr>
              <a:t>automatico</a:t>
            </a:r>
            <a:r>
              <a:rPr sz="1800" spc="355" dirty="0">
                <a:solidFill>
                  <a:srgbClr val="FFFFFF"/>
                </a:solidFill>
                <a:latin typeface="Arial"/>
                <a:cs typeface="Arial"/>
              </a:rPr>
              <a:t> </a:t>
            </a:r>
            <a:r>
              <a:rPr sz="1800" spc="110" dirty="0">
                <a:solidFill>
                  <a:srgbClr val="FFFFFF"/>
                </a:solidFill>
                <a:latin typeface="Arial"/>
                <a:cs typeface="Arial"/>
              </a:rPr>
              <a:t>nos</a:t>
            </a:r>
            <a:r>
              <a:rPr sz="1800" spc="350" dirty="0">
                <a:solidFill>
                  <a:srgbClr val="FFFFFF"/>
                </a:solidFill>
                <a:latin typeface="Arial"/>
                <a:cs typeface="Arial"/>
              </a:rPr>
              <a:t> </a:t>
            </a:r>
            <a:r>
              <a:rPr sz="1800" spc="145" dirty="0">
                <a:solidFill>
                  <a:srgbClr val="FFFFFF"/>
                </a:solidFill>
                <a:latin typeface="Arial"/>
                <a:cs typeface="Arial"/>
              </a:rPr>
              <a:t>detecta</a:t>
            </a:r>
            <a:r>
              <a:rPr sz="1800" spc="355" dirty="0">
                <a:solidFill>
                  <a:srgbClr val="FFFFFF"/>
                </a:solidFill>
                <a:latin typeface="Arial"/>
                <a:cs typeface="Arial"/>
              </a:rPr>
              <a:t> </a:t>
            </a:r>
            <a:r>
              <a:rPr sz="1800" spc="80" dirty="0">
                <a:solidFill>
                  <a:srgbClr val="FFFFFF"/>
                </a:solidFill>
                <a:latin typeface="Arial"/>
                <a:cs typeface="Arial"/>
              </a:rPr>
              <a:t>la</a:t>
            </a:r>
            <a:r>
              <a:rPr sz="1800" spc="350" dirty="0">
                <a:solidFill>
                  <a:srgbClr val="FFFFFF"/>
                </a:solidFill>
                <a:latin typeface="Arial"/>
                <a:cs typeface="Arial"/>
              </a:rPr>
              <a:t> </a:t>
            </a:r>
            <a:r>
              <a:rPr sz="1800" spc="125" dirty="0">
                <a:solidFill>
                  <a:srgbClr val="FFFFFF"/>
                </a:solidFill>
                <a:latin typeface="Arial"/>
                <a:cs typeface="Arial"/>
              </a:rPr>
              <a:t>usb,</a:t>
            </a:r>
            <a:r>
              <a:rPr sz="1800" spc="355" dirty="0">
                <a:solidFill>
                  <a:srgbClr val="FFFFFF"/>
                </a:solidFill>
                <a:latin typeface="Arial"/>
                <a:cs typeface="Arial"/>
              </a:rPr>
              <a:t> </a:t>
            </a:r>
            <a:r>
              <a:rPr sz="1800" spc="130" dirty="0">
                <a:solidFill>
                  <a:srgbClr val="FFFFFF"/>
                </a:solidFill>
                <a:latin typeface="Arial"/>
                <a:cs typeface="Arial"/>
              </a:rPr>
              <a:t>ahora</a:t>
            </a:r>
            <a:r>
              <a:rPr sz="1800" spc="350" dirty="0">
                <a:solidFill>
                  <a:srgbClr val="FFFFFF"/>
                </a:solidFill>
                <a:latin typeface="Arial"/>
                <a:cs typeface="Arial"/>
              </a:rPr>
              <a:t> </a:t>
            </a:r>
            <a:r>
              <a:rPr sz="1800" spc="150" dirty="0">
                <a:solidFill>
                  <a:srgbClr val="FFFFFF"/>
                </a:solidFill>
                <a:latin typeface="Arial"/>
                <a:cs typeface="Arial"/>
              </a:rPr>
              <a:t>cargaremos</a:t>
            </a:r>
            <a:r>
              <a:rPr sz="1800" spc="355" dirty="0">
                <a:solidFill>
                  <a:srgbClr val="FFFFFF"/>
                </a:solidFill>
                <a:latin typeface="Arial"/>
                <a:cs typeface="Arial"/>
              </a:rPr>
              <a:t> </a:t>
            </a:r>
            <a:r>
              <a:rPr sz="1800" spc="80" dirty="0">
                <a:solidFill>
                  <a:srgbClr val="FFFFFF"/>
                </a:solidFill>
                <a:latin typeface="Arial"/>
                <a:cs typeface="Arial"/>
              </a:rPr>
              <a:t>la</a:t>
            </a:r>
            <a:r>
              <a:rPr sz="1800" spc="350" dirty="0">
                <a:solidFill>
                  <a:srgbClr val="FFFFFF"/>
                </a:solidFill>
                <a:latin typeface="Arial"/>
                <a:cs typeface="Arial"/>
              </a:rPr>
              <a:t> </a:t>
            </a:r>
            <a:r>
              <a:rPr sz="1800" spc="110" dirty="0">
                <a:solidFill>
                  <a:srgbClr val="FFFFFF"/>
                </a:solidFill>
                <a:latin typeface="Arial"/>
                <a:cs typeface="Arial"/>
              </a:rPr>
              <a:t>ISO</a:t>
            </a:r>
            <a:r>
              <a:rPr sz="1800" spc="355" dirty="0">
                <a:solidFill>
                  <a:srgbClr val="FFFFFF"/>
                </a:solidFill>
                <a:latin typeface="Arial"/>
                <a:cs typeface="Arial"/>
              </a:rPr>
              <a:t> </a:t>
            </a:r>
            <a:r>
              <a:rPr sz="1800" spc="-50" dirty="0">
                <a:solidFill>
                  <a:srgbClr val="FFFFFF"/>
                </a:solidFill>
                <a:latin typeface="Arial"/>
                <a:cs typeface="Arial"/>
              </a:rPr>
              <a:t>y </a:t>
            </a:r>
            <a:r>
              <a:rPr sz="1800" spc="110" dirty="0">
                <a:solidFill>
                  <a:srgbClr val="FFFFFF"/>
                </a:solidFill>
                <a:latin typeface="Arial"/>
                <a:cs typeface="Arial"/>
              </a:rPr>
              <a:t>nos</a:t>
            </a:r>
            <a:r>
              <a:rPr sz="1800" spc="350" dirty="0">
                <a:solidFill>
                  <a:srgbClr val="FFFFFF"/>
                </a:solidFill>
                <a:latin typeface="Arial"/>
                <a:cs typeface="Arial"/>
              </a:rPr>
              <a:t> </a:t>
            </a:r>
            <a:r>
              <a:rPr sz="1800" spc="145" dirty="0">
                <a:solidFill>
                  <a:srgbClr val="FFFFFF"/>
                </a:solidFill>
                <a:latin typeface="Arial"/>
                <a:cs typeface="Arial"/>
              </a:rPr>
              <a:t>ubicamos</a:t>
            </a:r>
            <a:r>
              <a:rPr sz="1800" spc="350" dirty="0">
                <a:solidFill>
                  <a:srgbClr val="FFFFFF"/>
                </a:solidFill>
                <a:latin typeface="Arial"/>
                <a:cs typeface="Arial"/>
              </a:rPr>
              <a:t> </a:t>
            </a:r>
            <a:r>
              <a:rPr sz="1800" spc="85" dirty="0">
                <a:solidFill>
                  <a:srgbClr val="FFFFFF"/>
                </a:solidFill>
                <a:latin typeface="Arial"/>
                <a:cs typeface="Arial"/>
              </a:rPr>
              <a:t>en</a:t>
            </a:r>
            <a:r>
              <a:rPr sz="1800" spc="355" dirty="0">
                <a:solidFill>
                  <a:srgbClr val="FFFFFF"/>
                </a:solidFill>
                <a:latin typeface="Arial"/>
                <a:cs typeface="Arial"/>
              </a:rPr>
              <a:t> </a:t>
            </a:r>
            <a:r>
              <a:rPr sz="1800" spc="145" dirty="0">
                <a:solidFill>
                  <a:srgbClr val="FFFFFF"/>
                </a:solidFill>
                <a:latin typeface="Arial"/>
                <a:cs typeface="Arial"/>
              </a:rPr>
              <a:t>Eleccion</a:t>
            </a:r>
            <a:r>
              <a:rPr sz="1800" spc="350" dirty="0">
                <a:solidFill>
                  <a:srgbClr val="FFFFFF"/>
                </a:solidFill>
                <a:latin typeface="Arial"/>
                <a:cs typeface="Arial"/>
              </a:rPr>
              <a:t> </a:t>
            </a:r>
            <a:r>
              <a:rPr sz="1800" spc="85" dirty="0">
                <a:solidFill>
                  <a:srgbClr val="FFFFFF"/>
                </a:solidFill>
                <a:latin typeface="Arial"/>
                <a:cs typeface="Arial"/>
              </a:rPr>
              <a:t>de</a:t>
            </a:r>
            <a:r>
              <a:rPr sz="1800" spc="355" dirty="0">
                <a:solidFill>
                  <a:srgbClr val="FFFFFF"/>
                </a:solidFill>
                <a:latin typeface="Arial"/>
                <a:cs typeface="Arial"/>
              </a:rPr>
              <a:t> </a:t>
            </a:r>
            <a:r>
              <a:rPr sz="1800" spc="145" dirty="0">
                <a:solidFill>
                  <a:srgbClr val="FFFFFF"/>
                </a:solidFill>
                <a:latin typeface="Arial"/>
                <a:cs typeface="Arial"/>
              </a:rPr>
              <a:t>arranque</a:t>
            </a:r>
            <a:r>
              <a:rPr sz="1800" spc="350"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55" dirty="0">
                <a:solidFill>
                  <a:srgbClr val="FFFFFF"/>
                </a:solidFill>
                <a:latin typeface="Arial"/>
                <a:cs typeface="Arial"/>
              </a:rPr>
              <a:t>seleccionamos</a:t>
            </a:r>
            <a:r>
              <a:rPr sz="1800" spc="350" dirty="0">
                <a:solidFill>
                  <a:srgbClr val="FFFFFF"/>
                </a:solidFill>
                <a:latin typeface="Arial"/>
                <a:cs typeface="Arial"/>
              </a:rPr>
              <a:t> </a:t>
            </a:r>
            <a:r>
              <a:rPr sz="1800" spc="110" dirty="0">
                <a:solidFill>
                  <a:srgbClr val="FFFFFF"/>
                </a:solidFill>
                <a:latin typeface="Arial"/>
                <a:cs typeface="Arial"/>
              </a:rPr>
              <a:t>ISO</a:t>
            </a:r>
            <a:r>
              <a:rPr sz="1800" spc="355" dirty="0">
                <a:solidFill>
                  <a:srgbClr val="FFFFFF"/>
                </a:solidFill>
                <a:latin typeface="Arial"/>
                <a:cs typeface="Arial"/>
              </a:rPr>
              <a:t> </a:t>
            </a:r>
            <a:r>
              <a:rPr sz="1800" dirty="0">
                <a:solidFill>
                  <a:srgbClr val="FFFFFF"/>
                </a:solidFill>
                <a:latin typeface="Arial"/>
                <a:cs typeface="Arial"/>
              </a:rPr>
              <a:t>o</a:t>
            </a:r>
            <a:r>
              <a:rPr sz="1800" spc="350" dirty="0">
                <a:solidFill>
                  <a:srgbClr val="FFFFFF"/>
                </a:solidFill>
                <a:latin typeface="Arial"/>
                <a:cs typeface="Arial"/>
              </a:rPr>
              <a:t> </a:t>
            </a:r>
            <a:r>
              <a:rPr sz="1800" spc="125" dirty="0">
                <a:solidFill>
                  <a:srgbClr val="FFFFFF"/>
                </a:solidFill>
                <a:latin typeface="Arial"/>
                <a:cs typeface="Arial"/>
              </a:rPr>
              <a:t>disco </a:t>
            </a:r>
            <a:r>
              <a:rPr sz="1800" spc="130" dirty="0">
                <a:solidFill>
                  <a:srgbClr val="FFFFFF"/>
                </a:solidFill>
                <a:latin typeface="Arial"/>
                <a:cs typeface="Arial"/>
              </a:rPr>
              <a:t>ahora</a:t>
            </a:r>
            <a:r>
              <a:rPr sz="1800" spc="360" dirty="0">
                <a:solidFill>
                  <a:srgbClr val="FFFFFF"/>
                </a:solidFill>
                <a:latin typeface="Arial"/>
                <a:cs typeface="Arial"/>
              </a:rPr>
              <a:t> </a:t>
            </a:r>
            <a:r>
              <a:rPr sz="1800" spc="150" dirty="0">
                <a:solidFill>
                  <a:srgbClr val="FFFFFF"/>
                </a:solidFill>
                <a:latin typeface="Arial"/>
                <a:cs typeface="Arial"/>
              </a:rPr>
              <a:t>cargaremos</a:t>
            </a:r>
            <a:r>
              <a:rPr sz="1800" spc="365" dirty="0">
                <a:solidFill>
                  <a:srgbClr val="FFFFFF"/>
                </a:solidFill>
                <a:latin typeface="Arial"/>
                <a:cs typeface="Arial"/>
              </a:rPr>
              <a:t> </a:t>
            </a:r>
            <a:r>
              <a:rPr sz="1800" spc="140" dirty="0">
                <a:solidFill>
                  <a:srgbClr val="FFFFFF"/>
                </a:solidFill>
                <a:latin typeface="Arial"/>
                <a:cs typeface="Arial"/>
              </a:rPr>
              <a:t>nuestro</a:t>
            </a:r>
            <a:r>
              <a:rPr sz="1800" spc="365" dirty="0">
                <a:solidFill>
                  <a:srgbClr val="FFFFFF"/>
                </a:solidFill>
                <a:latin typeface="Arial"/>
                <a:cs typeface="Arial"/>
              </a:rPr>
              <a:t> </a:t>
            </a:r>
            <a:r>
              <a:rPr sz="1800" spc="140" dirty="0">
                <a:solidFill>
                  <a:srgbClr val="FFFFFF"/>
                </a:solidFill>
                <a:latin typeface="Arial"/>
                <a:cs typeface="Arial"/>
              </a:rPr>
              <a:t>archivo</a:t>
            </a:r>
            <a:r>
              <a:rPr sz="1800" spc="365" dirty="0">
                <a:solidFill>
                  <a:srgbClr val="FFFFFF"/>
                </a:solidFill>
                <a:latin typeface="Arial"/>
                <a:cs typeface="Arial"/>
              </a:rPr>
              <a:t> </a:t>
            </a:r>
            <a:r>
              <a:rPr sz="1800" spc="110" dirty="0">
                <a:solidFill>
                  <a:srgbClr val="FFFFFF"/>
                </a:solidFill>
                <a:latin typeface="Arial"/>
                <a:cs typeface="Arial"/>
              </a:rPr>
              <a:t>ISO</a:t>
            </a:r>
            <a:r>
              <a:rPr sz="1800" spc="365" dirty="0">
                <a:solidFill>
                  <a:srgbClr val="FFFFFF"/>
                </a:solidFill>
                <a:latin typeface="Arial"/>
                <a:cs typeface="Arial"/>
              </a:rPr>
              <a:t> </a:t>
            </a:r>
            <a:r>
              <a:rPr sz="1800" spc="85" dirty="0">
                <a:solidFill>
                  <a:srgbClr val="FFFFFF"/>
                </a:solidFill>
                <a:latin typeface="Arial"/>
                <a:cs typeface="Arial"/>
              </a:rPr>
              <a:t>en</a:t>
            </a:r>
            <a:r>
              <a:rPr sz="1800" spc="365" dirty="0">
                <a:solidFill>
                  <a:srgbClr val="FFFFFF"/>
                </a:solidFill>
                <a:latin typeface="Arial"/>
                <a:cs typeface="Arial"/>
              </a:rPr>
              <a:t> </a:t>
            </a:r>
            <a:r>
              <a:rPr sz="1800" spc="150" dirty="0">
                <a:solidFill>
                  <a:srgbClr val="FFFFFF"/>
                </a:solidFill>
                <a:latin typeface="Arial"/>
                <a:cs typeface="Arial"/>
              </a:rPr>
              <a:t>seleccionar</a:t>
            </a:r>
            <a:r>
              <a:rPr sz="1800" spc="365" dirty="0">
                <a:solidFill>
                  <a:srgbClr val="FFFFFF"/>
                </a:solidFill>
                <a:latin typeface="Arial"/>
                <a:cs typeface="Arial"/>
              </a:rPr>
              <a:t> </a:t>
            </a:r>
            <a:r>
              <a:rPr sz="1800" dirty="0">
                <a:solidFill>
                  <a:srgbClr val="FFFFFF"/>
                </a:solidFill>
                <a:latin typeface="Arial"/>
                <a:cs typeface="Arial"/>
              </a:rPr>
              <a:t>y</a:t>
            </a:r>
            <a:r>
              <a:rPr sz="1800" spc="365" dirty="0">
                <a:solidFill>
                  <a:srgbClr val="FFFFFF"/>
                </a:solidFill>
                <a:latin typeface="Arial"/>
                <a:cs typeface="Arial"/>
              </a:rPr>
              <a:t> </a:t>
            </a:r>
            <a:r>
              <a:rPr sz="1800" spc="145" dirty="0">
                <a:solidFill>
                  <a:srgbClr val="FFFFFF"/>
                </a:solidFill>
                <a:latin typeface="Arial"/>
                <a:cs typeface="Arial"/>
              </a:rPr>
              <a:t>escogemos</a:t>
            </a:r>
            <a:r>
              <a:rPr sz="1800" spc="365" dirty="0">
                <a:solidFill>
                  <a:srgbClr val="FFFFFF"/>
                </a:solidFill>
                <a:latin typeface="Arial"/>
                <a:cs typeface="Arial"/>
              </a:rPr>
              <a:t> </a:t>
            </a:r>
            <a:r>
              <a:rPr sz="1800" spc="85" dirty="0">
                <a:solidFill>
                  <a:srgbClr val="FFFFFF"/>
                </a:solidFill>
                <a:latin typeface="Arial"/>
                <a:cs typeface="Arial"/>
              </a:rPr>
              <a:t>ISO </a:t>
            </a:r>
            <a:r>
              <a:rPr sz="1800" spc="135" dirty="0">
                <a:solidFill>
                  <a:srgbClr val="FFFFFF"/>
                </a:solidFill>
                <a:latin typeface="Arial"/>
                <a:cs typeface="Arial"/>
              </a:rPr>
              <a:t>Ubuntu</a:t>
            </a:r>
            <a:r>
              <a:rPr sz="1800" spc="355"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30" dirty="0">
                <a:solidFill>
                  <a:srgbClr val="FFFFFF"/>
                </a:solidFill>
                <a:latin typeface="Arial"/>
                <a:cs typeface="Arial"/>
              </a:rPr>
              <a:t>damos</a:t>
            </a:r>
            <a:r>
              <a:rPr sz="1800" spc="360" dirty="0">
                <a:solidFill>
                  <a:srgbClr val="FFFFFF"/>
                </a:solidFill>
                <a:latin typeface="Arial"/>
                <a:cs typeface="Arial"/>
              </a:rPr>
              <a:t> </a:t>
            </a:r>
            <a:r>
              <a:rPr sz="1800" spc="85" dirty="0">
                <a:solidFill>
                  <a:srgbClr val="FFFFFF"/>
                </a:solidFill>
                <a:latin typeface="Arial"/>
                <a:cs typeface="Arial"/>
              </a:rPr>
              <a:t>en</a:t>
            </a:r>
            <a:r>
              <a:rPr sz="1800" spc="355" dirty="0">
                <a:solidFill>
                  <a:srgbClr val="FFFFFF"/>
                </a:solidFill>
                <a:latin typeface="Arial"/>
                <a:cs typeface="Arial"/>
              </a:rPr>
              <a:t> </a:t>
            </a:r>
            <a:r>
              <a:rPr sz="1800" spc="140" dirty="0">
                <a:solidFill>
                  <a:srgbClr val="FFFFFF"/>
                </a:solidFill>
                <a:latin typeface="Arial"/>
                <a:cs typeface="Arial"/>
              </a:rPr>
              <a:t>Empezar</a:t>
            </a:r>
            <a:r>
              <a:rPr sz="1800" spc="360"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45" dirty="0">
                <a:solidFill>
                  <a:srgbClr val="FFFFFF"/>
                </a:solidFill>
                <a:latin typeface="Arial"/>
                <a:cs typeface="Arial"/>
              </a:rPr>
              <a:t>esperamos</a:t>
            </a:r>
            <a:r>
              <a:rPr sz="1800" spc="360" dirty="0">
                <a:solidFill>
                  <a:srgbClr val="FFFFFF"/>
                </a:solidFill>
                <a:latin typeface="Arial"/>
                <a:cs typeface="Arial"/>
              </a:rPr>
              <a:t> </a:t>
            </a:r>
            <a:r>
              <a:rPr sz="1800" spc="110" dirty="0">
                <a:solidFill>
                  <a:srgbClr val="FFFFFF"/>
                </a:solidFill>
                <a:latin typeface="Arial"/>
                <a:cs typeface="Arial"/>
              </a:rPr>
              <a:t>que</a:t>
            </a:r>
            <a:r>
              <a:rPr sz="1800" spc="355" dirty="0">
                <a:solidFill>
                  <a:srgbClr val="FFFFFF"/>
                </a:solidFill>
                <a:latin typeface="Arial"/>
                <a:cs typeface="Arial"/>
              </a:rPr>
              <a:t> </a:t>
            </a:r>
            <a:r>
              <a:rPr sz="1800" spc="140" dirty="0">
                <a:solidFill>
                  <a:srgbClr val="FFFFFF"/>
                </a:solidFill>
                <a:latin typeface="Arial"/>
                <a:cs typeface="Arial"/>
              </a:rPr>
              <a:t>cargue</a:t>
            </a:r>
            <a:r>
              <a:rPr sz="1800" spc="355" dirty="0">
                <a:solidFill>
                  <a:srgbClr val="FFFFFF"/>
                </a:solidFill>
                <a:latin typeface="Arial"/>
                <a:cs typeface="Arial"/>
              </a:rPr>
              <a:t> </a:t>
            </a:r>
            <a:r>
              <a:rPr sz="1800" dirty="0">
                <a:solidFill>
                  <a:srgbClr val="FFFFFF"/>
                </a:solidFill>
                <a:latin typeface="Arial"/>
                <a:cs typeface="Arial"/>
              </a:rPr>
              <a:t>y</a:t>
            </a:r>
            <a:r>
              <a:rPr sz="1800" spc="360" dirty="0">
                <a:solidFill>
                  <a:srgbClr val="FFFFFF"/>
                </a:solidFill>
                <a:latin typeface="Arial"/>
                <a:cs typeface="Arial"/>
              </a:rPr>
              <a:t> </a:t>
            </a:r>
            <a:r>
              <a:rPr sz="1800" spc="85" dirty="0">
                <a:solidFill>
                  <a:srgbClr val="FFFFFF"/>
                </a:solidFill>
                <a:latin typeface="Arial"/>
                <a:cs typeface="Arial"/>
              </a:rPr>
              <a:t>ya</a:t>
            </a:r>
            <a:r>
              <a:rPr sz="1800" spc="355" dirty="0">
                <a:solidFill>
                  <a:srgbClr val="FFFFFF"/>
                </a:solidFill>
                <a:latin typeface="Arial"/>
                <a:cs typeface="Arial"/>
              </a:rPr>
              <a:t> </a:t>
            </a:r>
            <a:r>
              <a:rPr sz="1800" spc="140" dirty="0">
                <a:solidFill>
                  <a:srgbClr val="FFFFFF"/>
                </a:solidFill>
                <a:latin typeface="Arial"/>
                <a:cs typeface="Arial"/>
              </a:rPr>
              <a:t>estaría</a:t>
            </a:r>
            <a:r>
              <a:rPr sz="1800" spc="360" dirty="0">
                <a:solidFill>
                  <a:srgbClr val="FFFFFF"/>
                </a:solidFill>
                <a:latin typeface="Arial"/>
                <a:cs typeface="Arial"/>
              </a:rPr>
              <a:t> </a:t>
            </a:r>
            <a:r>
              <a:rPr sz="1800" spc="-10" dirty="0">
                <a:solidFill>
                  <a:srgbClr val="FFFFFF"/>
                </a:solidFill>
                <a:latin typeface="Arial"/>
                <a:cs typeface="Arial"/>
              </a:rPr>
              <a:t>l</a:t>
            </a:r>
            <a:r>
              <a:rPr sz="1800" spc="-330" dirty="0">
                <a:solidFill>
                  <a:srgbClr val="FFFFFF"/>
                </a:solidFill>
                <a:latin typeface="Arial"/>
                <a:cs typeface="Arial"/>
              </a:rPr>
              <a:t> </a:t>
            </a:r>
            <a:r>
              <a:rPr sz="1800" spc="105" dirty="0">
                <a:solidFill>
                  <a:srgbClr val="FFFFFF"/>
                </a:solidFill>
                <a:latin typeface="Arial"/>
                <a:cs typeface="Arial"/>
              </a:rPr>
              <a:t>ista</a:t>
            </a:r>
            <a:endParaRPr sz="1800">
              <a:latin typeface="Arial"/>
              <a:cs typeface="Arial"/>
            </a:endParaRPr>
          </a:p>
        </p:txBody>
      </p:sp>
      <p:pic>
        <p:nvPicPr>
          <p:cNvPr id="6" name="object 6"/>
          <p:cNvPicPr/>
          <p:nvPr/>
        </p:nvPicPr>
        <p:blipFill>
          <a:blip r:embed="rId2" cstate="print"/>
          <a:stretch>
            <a:fillRect/>
          </a:stretch>
        </p:blipFill>
        <p:spPr>
          <a:xfrm>
            <a:off x="0" y="2159546"/>
            <a:ext cx="8534400" cy="4789754"/>
          </a:xfrm>
          <a:prstGeom prst="rect">
            <a:avLst/>
          </a:prstGeom>
        </p:spPr>
      </p:pic>
      <p:pic>
        <p:nvPicPr>
          <p:cNvPr id="7" name="object 7"/>
          <p:cNvPicPr/>
          <p:nvPr/>
        </p:nvPicPr>
        <p:blipFill>
          <a:blip r:embed="rId3" cstate="print"/>
          <a:stretch>
            <a:fillRect/>
          </a:stretch>
        </p:blipFill>
        <p:spPr>
          <a:xfrm>
            <a:off x="9490316" y="752718"/>
            <a:ext cx="7010400" cy="3941749"/>
          </a:xfrm>
          <a:prstGeom prst="rect">
            <a:avLst/>
          </a:prstGeom>
        </p:spPr>
      </p:pic>
      <p:pic>
        <p:nvPicPr>
          <p:cNvPr id="8" name="object 8"/>
          <p:cNvPicPr/>
          <p:nvPr/>
        </p:nvPicPr>
        <p:blipFill>
          <a:blip r:embed="rId4" cstate="print"/>
          <a:stretch>
            <a:fillRect/>
          </a:stretch>
        </p:blipFill>
        <p:spPr>
          <a:xfrm>
            <a:off x="9969106" y="4878260"/>
            <a:ext cx="5562600" cy="31276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25" dirty="0"/>
              <a:t>´Paso</a:t>
            </a:r>
            <a:r>
              <a:rPr spc="350" dirty="0"/>
              <a:t> </a:t>
            </a:r>
            <a:r>
              <a:rPr spc="70" dirty="0"/>
              <a:t>4:</a:t>
            </a:r>
            <a:r>
              <a:rPr spc="350" dirty="0"/>
              <a:t> </a:t>
            </a:r>
            <a:r>
              <a:rPr spc="140" dirty="0"/>
              <a:t>Entramos</a:t>
            </a:r>
            <a:r>
              <a:rPr spc="350" dirty="0"/>
              <a:t> </a:t>
            </a:r>
            <a:r>
              <a:rPr dirty="0"/>
              <a:t>a</a:t>
            </a:r>
            <a:r>
              <a:rPr spc="350" dirty="0"/>
              <a:t> </a:t>
            </a:r>
            <a:r>
              <a:rPr spc="75" dirty="0"/>
              <a:t>la</a:t>
            </a:r>
            <a:r>
              <a:rPr spc="350" dirty="0"/>
              <a:t> </a:t>
            </a:r>
            <a:r>
              <a:rPr spc="114" dirty="0"/>
              <a:t>Bios</a:t>
            </a:r>
            <a:r>
              <a:rPr spc="350" dirty="0"/>
              <a:t> </a:t>
            </a:r>
            <a:r>
              <a:rPr dirty="0"/>
              <a:t>y</a:t>
            </a:r>
            <a:r>
              <a:rPr spc="350" dirty="0"/>
              <a:t> </a:t>
            </a:r>
            <a:r>
              <a:rPr spc="125" dirty="0"/>
              <a:t>damos</a:t>
            </a:r>
            <a:r>
              <a:rPr spc="350" dirty="0"/>
              <a:t> </a:t>
            </a:r>
            <a:r>
              <a:rPr spc="70" dirty="0"/>
              <a:t>en</a:t>
            </a:r>
            <a:r>
              <a:rPr spc="350" dirty="0"/>
              <a:t> </a:t>
            </a:r>
            <a:r>
              <a:rPr spc="140" dirty="0"/>
              <a:t>arrancar</a:t>
            </a:r>
            <a:r>
              <a:rPr spc="350" dirty="0"/>
              <a:t> </a:t>
            </a:r>
            <a:r>
              <a:rPr spc="75" dirty="0"/>
              <a:t>USB</a:t>
            </a:r>
          </a:p>
        </p:txBody>
      </p:sp>
      <p:sp>
        <p:nvSpPr>
          <p:cNvPr id="3" name="object 3"/>
          <p:cNvSpPr txBox="1"/>
          <p:nvPr/>
        </p:nvSpPr>
        <p:spPr>
          <a:xfrm>
            <a:off x="8924404" y="2492133"/>
            <a:ext cx="8754110" cy="4384040"/>
          </a:xfrm>
          <a:prstGeom prst="rect">
            <a:avLst/>
          </a:prstGeom>
        </p:spPr>
        <p:txBody>
          <a:bodyPr vert="horz" wrap="square" lIns="0" tIns="0" rIns="0" bIns="0" rtlCol="0">
            <a:spAutoFit/>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050"/>
              </a:spcBef>
            </a:pPr>
            <a:endParaRPr sz="1800">
              <a:latin typeface="Times New Roman"/>
              <a:cs typeface="Times New Roman"/>
            </a:endParaRPr>
          </a:p>
          <a:p>
            <a:pPr marL="103505">
              <a:lnSpc>
                <a:spcPct val="100000"/>
              </a:lnSpc>
            </a:pPr>
            <a:r>
              <a:rPr sz="1800" spc="-25" dirty="0">
                <a:latin typeface="Calibri"/>
                <a:cs typeface="Calibri"/>
              </a:rPr>
              <a:t>03</a:t>
            </a:r>
            <a:endParaRPr sz="1800">
              <a:latin typeface="Calibri"/>
              <a:cs typeface="Calibri"/>
            </a:endParaRPr>
          </a:p>
        </p:txBody>
      </p:sp>
      <p:sp>
        <p:nvSpPr>
          <p:cNvPr id="4" name="object 4"/>
          <p:cNvSpPr txBox="1"/>
          <p:nvPr/>
        </p:nvSpPr>
        <p:spPr>
          <a:xfrm>
            <a:off x="916939" y="7436091"/>
            <a:ext cx="7013575" cy="1945639"/>
          </a:xfrm>
          <a:prstGeom prst="rect">
            <a:avLst/>
          </a:prstGeom>
        </p:spPr>
        <p:txBody>
          <a:bodyPr vert="horz" wrap="square" lIns="0" tIns="12700" rIns="0" bIns="0" rtlCol="0">
            <a:spAutoFit/>
          </a:bodyPr>
          <a:lstStyle/>
          <a:p>
            <a:pPr marL="12700" marR="5080">
              <a:lnSpc>
                <a:spcPct val="100000"/>
              </a:lnSpc>
              <a:spcBef>
                <a:spcPts val="100"/>
              </a:spcBef>
            </a:pPr>
            <a:r>
              <a:rPr sz="1800" spc="130" dirty="0">
                <a:solidFill>
                  <a:srgbClr val="FFFFFF"/>
                </a:solidFill>
                <a:latin typeface="Arial"/>
                <a:cs typeface="Arial"/>
              </a:rPr>
              <a:t>Ahora</a:t>
            </a:r>
            <a:r>
              <a:rPr sz="1800" spc="360" dirty="0">
                <a:solidFill>
                  <a:srgbClr val="FFFFFF"/>
                </a:solidFill>
                <a:latin typeface="Arial"/>
                <a:cs typeface="Arial"/>
              </a:rPr>
              <a:t> </a:t>
            </a:r>
            <a:r>
              <a:rPr sz="1800" spc="145" dirty="0">
                <a:solidFill>
                  <a:srgbClr val="FFFFFF"/>
                </a:solidFill>
                <a:latin typeface="Arial"/>
                <a:cs typeface="Arial"/>
              </a:rPr>
              <a:t>teniendo</a:t>
            </a:r>
            <a:r>
              <a:rPr sz="1800" spc="360" dirty="0">
                <a:solidFill>
                  <a:srgbClr val="FFFFFF"/>
                </a:solidFill>
                <a:latin typeface="Arial"/>
                <a:cs typeface="Arial"/>
              </a:rPr>
              <a:t> </a:t>
            </a:r>
            <a:r>
              <a:rPr sz="1800" spc="150" dirty="0">
                <a:solidFill>
                  <a:srgbClr val="FFFFFF"/>
                </a:solidFill>
                <a:latin typeface="Arial"/>
                <a:cs typeface="Arial"/>
              </a:rPr>
              <a:t>conectada</a:t>
            </a:r>
            <a:r>
              <a:rPr sz="1800" spc="360" dirty="0">
                <a:solidFill>
                  <a:srgbClr val="FFFFFF"/>
                </a:solidFill>
                <a:latin typeface="Arial"/>
                <a:cs typeface="Arial"/>
              </a:rPr>
              <a:t> </a:t>
            </a:r>
            <a:r>
              <a:rPr sz="1800" spc="80" dirty="0">
                <a:solidFill>
                  <a:srgbClr val="FFFFFF"/>
                </a:solidFill>
                <a:latin typeface="Arial"/>
                <a:cs typeface="Arial"/>
              </a:rPr>
              <a:t>la</a:t>
            </a:r>
            <a:r>
              <a:rPr sz="1800" spc="360" dirty="0">
                <a:solidFill>
                  <a:srgbClr val="FFFFFF"/>
                </a:solidFill>
                <a:latin typeface="Arial"/>
                <a:cs typeface="Arial"/>
              </a:rPr>
              <a:t> </a:t>
            </a:r>
            <a:r>
              <a:rPr sz="1800" spc="110" dirty="0">
                <a:solidFill>
                  <a:srgbClr val="FFFFFF"/>
                </a:solidFill>
                <a:latin typeface="Arial"/>
                <a:cs typeface="Arial"/>
              </a:rPr>
              <a:t>USB</a:t>
            </a:r>
            <a:r>
              <a:rPr sz="1800" spc="360" dirty="0">
                <a:solidFill>
                  <a:srgbClr val="FFFFFF"/>
                </a:solidFill>
                <a:latin typeface="Arial"/>
                <a:cs typeface="Arial"/>
              </a:rPr>
              <a:t> </a:t>
            </a:r>
            <a:r>
              <a:rPr sz="1800" spc="150" dirty="0">
                <a:solidFill>
                  <a:srgbClr val="FFFFFF"/>
                </a:solidFill>
                <a:latin typeface="Arial"/>
                <a:cs typeface="Arial"/>
              </a:rPr>
              <a:t>reiniciamos</a:t>
            </a:r>
            <a:r>
              <a:rPr sz="1800" spc="360" dirty="0">
                <a:solidFill>
                  <a:srgbClr val="FFFFFF"/>
                </a:solidFill>
                <a:latin typeface="Arial"/>
                <a:cs typeface="Arial"/>
              </a:rPr>
              <a:t> </a:t>
            </a:r>
            <a:r>
              <a:rPr sz="1800" spc="130" dirty="0">
                <a:solidFill>
                  <a:srgbClr val="FFFFFF"/>
                </a:solidFill>
                <a:latin typeface="Arial"/>
                <a:cs typeface="Arial"/>
              </a:rPr>
              <a:t>nuestra </a:t>
            </a:r>
            <a:r>
              <a:rPr sz="1800" spc="150" dirty="0">
                <a:solidFill>
                  <a:srgbClr val="FFFFFF"/>
                </a:solidFill>
                <a:latin typeface="Arial"/>
                <a:cs typeface="Arial"/>
              </a:rPr>
              <a:t>computadora</a:t>
            </a:r>
            <a:r>
              <a:rPr sz="1800" spc="355"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50" dirty="0">
                <a:solidFill>
                  <a:srgbClr val="FFFFFF"/>
                </a:solidFill>
                <a:latin typeface="Arial"/>
                <a:cs typeface="Arial"/>
              </a:rPr>
              <a:t>presionamos</a:t>
            </a:r>
            <a:r>
              <a:rPr sz="1800" spc="355" dirty="0">
                <a:solidFill>
                  <a:srgbClr val="FFFFFF"/>
                </a:solidFill>
                <a:latin typeface="Arial"/>
                <a:cs typeface="Arial"/>
              </a:rPr>
              <a:t> </a:t>
            </a:r>
            <a:r>
              <a:rPr sz="1800" dirty="0">
                <a:solidFill>
                  <a:srgbClr val="FFFFFF"/>
                </a:solidFill>
                <a:latin typeface="Arial"/>
                <a:cs typeface="Arial"/>
              </a:rPr>
              <a:t>f</a:t>
            </a:r>
            <a:r>
              <a:rPr sz="1800" spc="-330" dirty="0">
                <a:solidFill>
                  <a:srgbClr val="FFFFFF"/>
                </a:solidFill>
                <a:latin typeface="Arial"/>
                <a:cs typeface="Arial"/>
              </a:rPr>
              <a:t> </a:t>
            </a:r>
            <a:r>
              <a:rPr sz="1800" spc="85" dirty="0">
                <a:solidFill>
                  <a:srgbClr val="FFFFFF"/>
                </a:solidFill>
                <a:latin typeface="Arial"/>
                <a:cs typeface="Arial"/>
              </a:rPr>
              <a:t>12</a:t>
            </a:r>
            <a:r>
              <a:rPr sz="1800" spc="355" dirty="0">
                <a:solidFill>
                  <a:srgbClr val="FFFFFF"/>
                </a:solidFill>
                <a:latin typeface="Arial"/>
                <a:cs typeface="Arial"/>
              </a:rPr>
              <a:t> </a:t>
            </a:r>
            <a:r>
              <a:rPr sz="1800" spc="85" dirty="0">
                <a:solidFill>
                  <a:srgbClr val="FFFFFF"/>
                </a:solidFill>
                <a:latin typeface="Arial"/>
                <a:cs typeface="Arial"/>
              </a:rPr>
              <a:t>en</a:t>
            </a:r>
            <a:r>
              <a:rPr sz="1800" spc="355" dirty="0">
                <a:solidFill>
                  <a:srgbClr val="FFFFFF"/>
                </a:solidFill>
                <a:latin typeface="Arial"/>
                <a:cs typeface="Arial"/>
              </a:rPr>
              <a:t> </a:t>
            </a:r>
            <a:r>
              <a:rPr sz="1800" spc="125" dirty="0">
                <a:solidFill>
                  <a:srgbClr val="FFFFFF"/>
                </a:solidFill>
                <a:latin typeface="Arial"/>
                <a:cs typeface="Arial"/>
              </a:rPr>
              <a:t>este</a:t>
            </a:r>
            <a:r>
              <a:rPr sz="1800" spc="355" dirty="0">
                <a:solidFill>
                  <a:srgbClr val="FFFFFF"/>
                </a:solidFill>
                <a:latin typeface="Arial"/>
                <a:cs typeface="Arial"/>
              </a:rPr>
              <a:t> </a:t>
            </a:r>
            <a:r>
              <a:rPr sz="1800" spc="125" dirty="0">
                <a:solidFill>
                  <a:srgbClr val="FFFFFF"/>
                </a:solidFill>
                <a:latin typeface="Arial"/>
                <a:cs typeface="Arial"/>
              </a:rPr>
              <a:t>caso</a:t>
            </a:r>
            <a:r>
              <a:rPr sz="1800" spc="355" dirty="0">
                <a:solidFill>
                  <a:srgbClr val="FFFFFF"/>
                </a:solidFill>
                <a:latin typeface="Arial"/>
                <a:cs typeface="Arial"/>
              </a:rPr>
              <a:t> </a:t>
            </a:r>
            <a:r>
              <a:rPr sz="1800" spc="-50" dirty="0">
                <a:solidFill>
                  <a:srgbClr val="FFFFFF"/>
                </a:solidFill>
                <a:latin typeface="Arial"/>
                <a:cs typeface="Arial"/>
              </a:rPr>
              <a:t>y </a:t>
            </a:r>
            <a:r>
              <a:rPr sz="1800" spc="150" dirty="0">
                <a:solidFill>
                  <a:srgbClr val="FFFFFF"/>
                </a:solidFill>
                <a:latin typeface="Arial"/>
                <a:cs typeface="Arial"/>
              </a:rPr>
              <a:t>entraríamos</a:t>
            </a:r>
            <a:r>
              <a:rPr sz="1800" spc="350" dirty="0">
                <a:solidFill>
                  <a:srgbClr val="FFFFFF"/>
                </a:solidFill>
                <a:latin typeface="Arial"/>
                <a:cs typeface="Arial"/>
              </a:rPr>
              <a:t> </a:t>
            </a:r>
            <a:r>
              <a:rPr sz="1800" dirty="0">
                <a:solidFill>
                  <a:srgbClr val="FFFFFF"/>
                </a:solidFill>
                <a:latin typeface="Arial"/>
                <a:cs typeface="Arial"/>
              </a:rPr>
              <a:t>a</a:t>
            </a:r>
            <a:r>
              <a:rPr sz="1800" spc="350" dirty="0">
                <a:solidFill>
                  <a:srgbClr val="FFFFFF"/>
                </a:solidFill>
                <a:latin typeface="Arial"/>
                <a:cs typeface="Arial"/>
              </a:rPr>
              <a:t> </a:t>
            </a:r>
            <a:r>
              <a:rPr sz="1800" spc="80" dirty="0">
                <a:solidFill>
                  <a:srgbClr val="FFFFFF"/>
                </a:solidFill>
                <a:latin typeface="Arial"/>
                <a:cs typeface="Arial"/>
              </a:rPr>
              <a:t>la</a:t>
            </a:r>
            <a:r>
              <a:rPr sz="1800" spc="350" dirty="0">
                <a:solidFill>
                  <a:srgbClr val="FFFFFF"/>
                </a:solidFill>
                <a:latin typeface="Arial"/>
                <a:cs typeface="Arial"/>
              </a:rPr>
              <a:t> </a:t>
            </a:r>
            <a:r>
              <a:rPr sz="1800" spc="125" dirty="0">
                <a:solidFill>
                  <a:srgbClr val="FFFFFF"/>
                </a:solidFill>
                <a:latin typeface="Arial"/>
                <a:cs typeface="Arial"/>
              </a:rPr>
              <a:t>Bios</a:t>
            </a:r>
            <a:r>
              <a:rPr sz="1800" spc="355" dirty="0">
                <a:solidFill>
                  <a:srgbClr val="FFFFFF"/>
                </a:solidFill>
                <a:latin typeface="Arial"/>
                <a:cs typeface="Arial"/>
              </a:rPr>
              <a:t> </a:t>
            </a:r>
            <a:r>
              <a:rPr sz="1800" spc="85" dirty="0">
                <a:solidFill>
                  <a:srgbClr val="FFFFFF"/>
                </a:solidFill>
                <a:latin typeface="Arial"/>
                <a:cs typeface="Arial"/>
              </a:rPr>
              <a:t>de</a:t>
            </a:r>
            <a:r>
              <a:rPr sz="1800" spc="350" dirty="0">
                <a:solidFill>
                  <a:srgbClr val="FFFFFF"/>
                </a:solidFill>
                <a:latin typeface="Arial"/>
                <a:cs typeface="Arial"/>
              </a:rPr>
              <a:t> </a:t>
            </a:r>
            <a:r>
              <a:rPr sz="1800" spc="80" dirty="0">
                <a:solidFill>
                  <a:srgbClr val="FFFFFF"/>
                </a:solidFill>
                <a:latin typeface="Arial"/>
                <a:cs typeface="Arial"/>
              </a:rPr>
              <a:t>la</a:t>
            </a:r>
            <a:r>
              <a:rPr sz="1800" spc="350" dirty="0">
                <a:solidFill>
                  <a:srgbClr val="FFFFFF"/>
                </a:solidFill>
                <a:latin typeface="Arial"/>
                <a:cs typeface="Arial"/>
              </a:rPr>
              <a:t> </a:t>
            </a:r>
            <a:r>
              <a:rPr sz="1800" spc="110" dirty="0">
                <a:solidFill>
                  <a:srgbClr val="FFFFFF"/>
                </a:solidFill>
                <a:latin typeface="Arial"/>
                <a:cs typeface="Arial"/>
              </a:rPr>
              <a:t>lap</a:t>
            </a:r>
            <a:r>
              <a:rPr sz="1800" spc="350" dirty="0">
                <a:solidFill>
                  <a:srgbClr val="FFFFFF"/>
                </a:solidFill>
                <a:latin typeface="Arial"/>
                <a:cs typeface="Arial"/>
              </a:rPr>
              <a:t> </a:t>
            </a:r>
            <a:r>
              <a:rPr sz="1800" spc="85" dirty="0">
                <a:solidFill>
                  <a:srgbClr val="FFFFFF"/>
                </a:solidFill>
                <a:latin typeface="Arial"/>
                <a:cs typeface="Arial"/>
              </a:rPr>
              <a:t>ya</a:t>
            </a:r>
            <a:r>
              <a:rPr sz="1800" spc="355" dirty="0">
                <a:solidFill>
                  <a:srgbClr val="FFFFFF"/>
                </a:solidFill>
                <a:latin typeface="Arial"/>
                <a:cs typeface="Arial"/>
              </a:rPr>
              <a:t> </a:t>
            </a:r>
            <a:r>
              <a:rPr sz="1800" spc="125" dirty="0">
                <a:solidFill>
                  <a:srgbClr val="FFFFFF"/>
                </a:solidFill>
                <a:latin typeface="Arial"/>
                <a:cs typeface="Arial"/>
              </a:rPr>
              <a:t>solo</a:t>
            </a:r>
            <a:r>
              <a:rPr sz="1800" spc="350" dirty="0">
                <a:solidFill>
                  <a:srgbClr val="FFFFFF"/>
                </a:solidFill>
                <a:latin typeface="Arial"/>
                <a:cs typeface="Arial"/>
              </a:rPr>
              <a:t> </a:t>
            </a:r>
            <a:r>
              <a:rPr sz="1800" spc="110" dirty="0">
                <a:solidFill>
                  <a:srgbClr val="FFFFFF"/>
                </a:solidFill>
                <a:latin typeface="Arial"/>
                <a:cs typeface="Arial"/>
              </a:rPr>
              <a:t>nos</a:t>
            </a:r>
            <a:r>
              <a:rPr sz="1800" spc="350" dirty="0">
                <a:solidFill>
                  <a:srgbClr val="FFFFFF"/>
                </a:solidFill>
                <a:latin typeface="Arial"/>
                <a:cs typeface="Arial"/>
              </a:rPr>
              <a:t> </a:t>
            </a:r>
            <a:r>
              <a:rPr sz="1800" spc="135" dirty="0">
                <a:solidFill>
                  <a:srgbClr val="FFFFFF"/>
                </a:solidFill>
                <a:latin typeface="Arial"/>
                <a:cs typeface="Arial"/>
              </a:rPr>
              <a:t>moveremos </a:t>
            </a:r>
            <a:r>
              <a:rPr sz="1800" spc="110" dirty="0">
                <a:solidFill>
                  <a:srgbClr val="FFFFFF"/>
                </a:solidFill>
                <a:latin typeface="Arial"/>
                <a:cs typeface="Arial"/>
              </a:rPr>
              <a:t>con</a:t>
            </a:r>
            <a:r>
              <a:rPr sz="1800" spc="345" dirty="0">
                <a:solidFill>
                  <a:srgbClr val="FFFFFF"/>
                </a:solidFill>
                <a:latin typeface="Arial"/>
                <a:cs typeface="Arial"/>
              </a:rPr>
              <a:t> </a:t>
            </a:r>
            <a:r>
              <a:rPr sz="1800" spc="110" dirty="0">
                <a:solidFill>
                  <a:srgbClr val="FFFFFF"/>
                </a:solidFill>
                <a:latin typeface="Arial"/>
                <a:cs typeface="Arial"/>
              </a:rPr>
              <a:t>las</a:t>
            </a:r>
            <a:r>
              <a:rPr sz="1800" spc="350" dirty="0">
                <a:solidFill>
                  <a:srgbClr val="FFFFFF"/>
                </a:solidFill>
                <a:latin typeface="Arial"/>
                <a:cs typeface="Arial"/>
              </a:rPr>
              <a:t> </a:t>
            </a:r>
            <a:r>
              <a:rPr sz="1800" spc="140" dirty="0">
                <a:solidFill>
                  <a:srgbClr val="FFFFFF"/>
                </a:solidFill>
                <a:latin typeface="Arial"/>
                <a:cs typeface="Arial"/>
              </a:rPr>
              <a:t>feclas</a:t>
            </a:r>
            <a:r>
              <a:rPr sz="1800" spc="350" dirty="0">
                <a:solidFill>
                  <a:srgbClr val="FFFFFF"/>
                </a:solidFill>
                <a:latin typeface="Arial"/>
                <a:cs typeface="Arial"/>
              </a:rPr>
              <a:t> </a:t>
            </a:r>
            <a:r>
              <a:rPr sz="1800" spc="110" dirty="0">
                <a:solidFill>
                  <a:srgbClr val="FFFFFF"/>
                </a:solidFill>
                <a:latin typeface="Arial"/>
                <a:cs typeface="Arial"/>
              </a:rPr>
              <a:t>del</a:t>
            </a:r>
            <a:r>
              <a:rPr sz="1800" spc="350" dirty="0">
                <a:solidFill>
                  <a:srgbClr val="FFFFFF"/>
                </a:solidFill>
                <a:latin typeface="Arial"/>
                <a:cs typeface="Arial"/>
              </a:rPr>
              <a:t> </a:t>
            </a:r>
            <a:r>
              <a:rPr sz="1800" spc="145" dirty="0">
                <a:solidFill>
                  <a:srgbClr val="FFFFFF"/>
                </a:solidFill>
                <a:latin typeface="Arial"/>
                <a:cs typeface="Arial"/>
              </a:rPr>
              <a:t>teclado</a:t>
            </a:r>
            <a:r>
              <a:rPr sz="1800" spc="350" dirty="0">
                <a:solidFill>
                  <a:srgbClr val="FFFFFF"/>
                </a:solidFill>
                <a:latin typeface="Arial"/>
                <a:cs typeface="Arial"/>
              </a:rPr>
              <a:t> </a:t>
            </a:r>
            <a:r>
              <a:rPr sz="1800" dirty="0">
                <a:solidFill>
                  <a:srgbClr val="FFFFFF"/>
                </a:solidFill>
                <a:latin typeface="Arial"/>
                <a:cs typeface="Arial"/>
              </a:rPr>
              <a:t>y</a:t>
            </a:r>
            <a:r>
              <a:rPr sz="1800" spc="350" dirty="0">
                <a:solidFill>
                  <a:srgbClr val="FFFFFF"/>
                </a:solidFill>
                <a:latin typeface="Arial"/>
                <a:cs typeface="Arial"/>
              </a:rPr>
              <a:t> </a:t>
            </a:r>
            <a:r>
              <a:rPr sz="1800" spc="110" dirty="0">
                <a:solidFill>
                  <a:srgbClr val="FFFFFF"/>
                </a:solidFill>
                <a:latin typeface="Arial"/>
                <a:cs typeface="Arial"/>
              </a:rPr>
              <a:t>nos</a:t>
            </a:r>
            <a:r>
              <a:rPr sz="1800" spc="350" dirty="0">
                <a:solidFill>
                  <a:srgbClr val="FFFFFF"/>
                </a:solidFill>
                <a:latin typeface="Arial"/>
                <a:cs typeface="Arial"/>
              </a:rPr>
              <a:t> </a:t>
            </a:r>
            <a:r>
              <a:rPr sz="1800" spc="150" dirty="0">
                <a:solidFill>
                  <a:srgbClr val="FFFFFF"/>
                </a:solidFill>
                <a:latin typeface="Arial"/>
                <a:cs typeface="Arial"/>
              </a:rPr>
              <a:t>ubicaremos</a:t>
            </a:r>
            <a:r>
              <a:rPr sz="1800" spc="350" dirty="0">
                <a:solidFill>
                  <a:srgbClr val="FFFFFF"/>
                </a:solidFill>
                <a:latin typeface="Arial"/>
                <a:cs typeface="Arial"/>
              </a:rPr>
              <a:t> </a:t>
            </a:r>
            <a:r>
              <a:rPr sz="1800" spc="85" dirty="0">
                <a:solidFill>
                  <a:srgbClr val="FFFFFF"/>
                </a:solidFill>
                <a:latin typeface="Arial"/>
                <a:cs typeface="Arial"/>
              </a:rPr>
              <a:t>en</a:t>
            </a:r>
            <a:r>
              <a:rPr sz="1800" spc="350" dirty="0">
                <a:solidFill>
                  <a:srgbClr val="FFFFFF"/>
                </a:solidFill>
                <a:latin typeface="Arial"/>
                <a:cs typeface="Arial"/>
              </a:rPr>
              <a:t> </a:t>
            </a:r>
            <a:r>
              <a:rPr sz="1800" spc="55" dirty="0">
                <a:solidFill>
                  <a:srgbClr val="FFFFFF"/>
                </a:solidFill>
                <a:latin typeface="Arial"/>
                <a:cs typeface="Arial"/>
              </a:rPr>
              <a:t>el </a:t>
            </a:r>
            <a:r>
              <a:rPr sz="1800" spc="145" dirty="0">
                <a:solidFill>
                  <a:srgbClr val="FFFFFF"/>
                </a:solidFill>
                <a:latin typeface="Arial"/>
                <a:cs typeface="Arial"/>
              </a:rPr>
              <a:t>apartado</a:t>
            </a:r>
            <a:r>
              <a:rPr sz="1800" spc="350" dirty="0">
                <a:solidFill>
                  <a:srgbClr val="FFFFFF"/>
                </a:solidFill>
                <a:latin typeface="Arial"/>
                <a:cs typeface="Arial"/>
              </a:rPr>
              <a:t> </a:t>
            </a:r>
            <a:r>
              <a:rPr sz="1800" spc="125" dirty="0">
                <a:solidFill>
                  <a:srgbClr val="FFFFFF"/>
                </a:solidFill>
                <a:latin typeface="Arial"/>
                <a:cs typeface="Arial"/>
              </a:rPr>
              <a:t>Boot</a:t>
            </a:r>
            <a:r>
              <a:rPr sz="1800" spc="365" dirty="0">
                <a:solidFill>
                  <a:srgbClr val="FFFFFF"/>
                </a:solidFill>
                <a:latin typeface="Arial"/>
                <a:cs typeface="Arial"/>
              </a:rPr>
              <a:t> </a:t>
            </a:r>
            <a:r>
              <a:rPr sz="1800" spc="140" dirty="0">
                <a:solidFill>
                  <a:srgbClr val="FFFFFF"/>
                </a:solidFill>
                <a:latin typeface="Arial"/>
                <a:cs typeface="Arial"/>
              </a:rPr>
              <a:t>veremos</a:t>
            </a:r>
            <a:r>
              <a:rPr sz="1800" spc="360" dirty="0">
                <a:solidFill>
                  <a:srgbClr val="FFFFFF"/>
                </a:solidFill>
                <a:latin typeface="Arial"/>
                <a:cs typeface="Arial"/>
              </a:rPr>
              <a:t> </a:t>
            </a:r>
            <a:r>
              <a:rPr sz="1800" spc="110" dirty="0">
                <a:solidFill>
                  <a:srgbClr val="FFFFFF"/>
                </a:solidFill>
                <a:latin typeface="Arial"/>
                <a:cs typeface="Arial"/>
              </a:rPr>
              <a:t>que</a:t>
            </a:r>
            <a:r>
              <a:rPr sz="1800" spc="365" dirty="0">
                <a:solidFill>
                  <a:srgbClr val="FFFFFF"/>
                </a:solidFill>
                <a:latin typeface="Arial"/>
                <a:cs typeface="Arial"/>
              </a:rPr>
              <a:t> </a:t>
            </a:r>
            <a:r>
              <a:rPr sz="1800" spc="110" dirty="0">
                <a:solidFill>
                  <a:srgbClr val="FFFFFF"/>
                </a:solidFill>
                <a:latin typeface="Arial"/>
                <a:cs typeface="Arial"/>
              </a:rPr>
              <a:t>nos</a:t>
            </a:r>
            <a:r>
              <a:rPr sz="1800" spc="365" dirty="0">
                <a:solidFill>
                  <a:srgbClr val="FFFFFF"/>
                </a:solidFill>
                <a:latin typeface="Arial"/>
                <a:cs typeface="Arial"/>
              </a:rPr>
              <a:t> </a:t>
            </a:r>
            <a:r>
              <a:rPr sz="1800" spc="140" dirty="0">
                <a:solidFill>
                  <a:srgbClr val="FFFFFF"/>
                </a:solidFill>
                <a:latin typeface="Arial"/>
                <a:cs typeface="Arial"/>
              </a:rPr>
              <a:t>muestra</a:t>
            </a:r>
            <a:r>
              <a:rPr sz="1800" spc="360" dirty="0">
                <a:solidFill>
                  <a:srgbClr val="FFFFFF"/>
                </a:solidFill>
                <a:latin typeface="Arial"/>
                <a:cs typeface="Arial"/>
              </a:rPr>
              <a:t> </a:t>
            </a:r>
            <a:r>
              <a:rPr sz="1800" spc="110" dirty="0">
                <a:solidFill>
                  <a:srgbClr val="FFFFFF"/>
                </a:solidFill>
                <a:latin typeface="Arial"/>
                <a:cs typeface="Arial"/>
              </a:rPr>
              <a:t>dos</a:t>
            </a:r>
            <a:r>
              <a:rPr sz="1800" spc="365" dirty="0">
                <a:solidFill>
                  <a:srgbClr val="FFFFFF"/>
                </a:solidFill>
                <a:latin typeface="Arial"/>
                <a:cs typeface="Arial"/>
              </a:rPr>
              <a:t> </a:t>
            </a:r>
            <a:r>
              <a:rPr sz="1800" spc="145" dirty="0">
                <a:solidFill>
                  <a:srgbClr val="FFFFFF"/>
                </a:solidFill>
                <a:latin typeface="Arial"/>
                <a:cs typeface="Arial"/>
              </a:rPr>
              <a:t>arranques</a:t>
            </a:r>
            <a:r>
              <a:rPr sz="1800" spc="365" dirty="0">
                <a:solidFill>
                  <a:srgbClr val="FFFFFF"/>
                </a:solidFill>
                <a:latin typeface="Arial"/>
                <a:cs typeface="Arial"/>
              </a:rPr>
              <a:t> </a:t>
            </a:r>
            <a:r>
              <a:rPr sz="1800" spc="-50" dirty="0">
                <a:solidFill>
                  <a:srgbClr val="FFFFFF"/>
                </a:solidFill>
                <a:latin typeface="Arial"/>
                <a:cs typeface="Arial"/>
              </a:rPr>
              <a:t>y </a:t>
            </a:r>
            <a:r>
              <a:rPr sz="1800" spc="155" dirty="0">
                <a:solidFill>
                  <a:srgbClr val="FFFFFF"/>
                </a:solidFill>
                <a:latin typeface="Arial"/>
                <a:cs typeface="Arial"/>
              </a:rPr>
              <a:t>seleccionamos</a:t>
            </a:r>
            <a:r>
              <a:rPr sz="1800" spc="350" dirty="0">
                <a:solidFill>
                  <a:srgbClr val="FFFFFF"/>
                </a:solidFill>
                <a:latin typeface="Arial"/>
                <a:cs typeface="Arial"/>
              </a:rPr>
              <a:t> </a:t>
            </a:r>
            <a:r>
              <a:rPr sz="1800" spc="80" dirty="0">
                <a:solidFill>
                  <a:srgbClr val="FFFFFF"/>
                </a:solidFill>
                <a:latin typeface="Arial"/>
                <a:cs typeface="Arial"/>
              </a:rPr>
              <a:t>la</a:t>
            </a:r>
            <a:r>
              <a:rPr sz="1800" spc="355" dirty="0">
                <a:solidFill>
                  <a:srgbClr val="FFFFFF"/>
                </a:solidFill>
                <a:latin typeface="Arial"/>
                <a:cs typeface="Arial"/>
              </a:rPr>
              <a:t> </a:t>
            </a:r>
            <a:r>
              <a:rPr sz="1800" spc="85" dirty="0">
                <a:solidFill>
                  <a:srgbClr val="FFFFFF"/>
                </a:solidFill>
                <a:latin typeface="Arial"/>
                <a:cs typeface="Arial"/>
              </a:rPr>
              <a:t>de</a:t>
            </a:r>
            <a:r>
              <a:rPr sz="1800" spc="355" dirty="0">
                <a:solidFill>
                  <a:srgbClr val="FFFFFF"/>
                </a:solidFill>
                <a:latin typeface="Arial"/>
                <a:cs typeface="Arial"/>
              </a:rPr>
              <a:t> </a:t>
            </a:r>
            <a:r>
              <a:rPr sz="1800" spc="105" dirty="0">
                <a:solidFill>
                  <a:srgbClr val="FFFFFF"/>
                </a:solidFill>
                <a:latin typeface="Arial"/>
                <a:cs typeface="Arial"/>
              </a:rPr>
              <a:t>EFI</a:t>
            </a:r>
            <a:r>
              <a:rPr sz="1800" spc="350" dirty="0">
                <a:solidFill>
                  <a:srgbClr val="FFFFFF"/>
                </a:solidFill>
                <a:latin typeface="Arial"/>
                <a:cs typeface="Arial"/>
              </a:rPr>
              <a:t> </a:t>
            </a:r>
            <a:r>
              <a:rPr sz="1800" spc="110" dirty="0">
                <a:solidFill>
                  <a:srgbClr val="FFFFFF"/>
                </a:solidFill>
                <a:latin typeface="Arial"/>
                <a:cs typeface="Arial"/>
              </a:rPr>
              <a:t>USB</a:t>
            </a:r>
            <a:r>
              <a:rPr sz="1800" spc="-325" dirty="0">
                <a:solidFill>
                  <a:srgbClr val="FFFFFF"/>
                </a:solidFill>
                <a:latin typeface="Arial"/>
                <a:cs typeface="Arial"/>
              </a:rPr>
              <a:t> </a:t>
            </a:r>
            <a:r>
              <a:rPr sz="1800" dirty="0">
                <a:solidFill>
                  <a:srgbClr val="FFFFFF"/>
                </a:solidFill>
                <a:latin typeface="Arial"/>
                <a:cs typeface="Arial"/>
              </a:rPr>
              <a:t>1</a:t>
            </a:r>
            <a:r>
              <a:rPr sz="1800" spc="350" dirty="0">
                <a:solidFill>
                  <a:srgbClr val="FFFFFF"/>
                </a:solidFill>
                <a:latin typeface="Arial"/>
                <a:cs typeface="Arial"/>
              </a:rPr>
              <a:t> </a:t>
            </a:r>
            <a:r>
              <a:rPr sz="1800" spc="114" dirty="0">
                <a:solidFill>
                  <a:srgbClr val="FFFFFF"/>
                </a:solidFill>
                <a:latin typeface="Arial"/>
                <a:cs typeface="Arial"/>
              </a:rPr>
              <a:t>ETC…</a:t>
            </a:r>
            <a:r>
              <a:rPr sz="1800" spc="345" dirty="0">
                <a:solidFill>
                  <a:srgbClr val="FFFFFF"/>
                </a:solidFill>
                <a:latin typeface="Arial"/>
                <a:cs typeface="Arial"/>
              </a:rPr>
              <a:t> </a:t>
            </a:r>
            <a:r>
              <a:rPr sz="1800" spc="130" dirty="0">
                <a:solidFill>
                  <a:srgbClr val="FFFFFF"/>
                </a:solidFill>
                <a:latin typeface="Arial"/>
                <a:cs typeface="Arial"/>
              </a:rPr>
              <a:t>damos</a:t>
            </a:r>
            <a:r>
              <a:rPr sz="1800" spc="355" dirty="0">
                <a:solidFill>
                  <a:srgbClr val="FFFFFF"/>
                </a:solidFill>
                <a:latin typeface="Arial"/>
                <a:cs typeface="Arial"/>
              </a:rPr>
              <a:t> </a:t>
            </a:r>
            <a:r>
              <a:rPr sz="1800" spc="130" dirty="0">
                <a:solidFill>
                  <a:srgbClr val="FFFFFF"/>
                </a:solidFill>
                <a:latin typeface="Arial"/>
                <a:cs typeface="Arial"/>
              </a:rPr>
              <a:t>enter</a:t>
            </a:r>
            <a:r>
              <a:rPr sz="1800" spc="355" dirty="0">
                <a:solidFill>
                  <a:srgbClr val="FFFFFF"/>
                </a:solidFill>
                <a:latin typeface="Arial"/>
                <a:cs typeface="Arial"/>
              </a:rPr>
              <a:t> </a:t>
            </a:r>
            <a:r>
              <a:rPr sz="1800" dirty="0">
                <a:solidFill>
                  <a:srgbClr val="FFFFFF"/>
                </a:solidFill>
                <a:latin typeface="Arial"/>
                <a:cs typeface="Arial"/>
              </a:rPr>
              <a:t>y</a:t>
            </a:r>
            <a:r>
              <a:rPr sz="1800" spc="350" dirty="0">
                <a:solidFill>
                  <a:srgbClr val="FFFFFF"/>
                </a:solidFill>
                <a:latin typeface="Arial"/>
                <a:cs typeface="Arial"/>
              </a:rPr>
              <a:t> </a:t>
            </a:r>
            <a:r>
              <a:rPr sz="1800" spc="60" dirty="0">
                <a:solidFill>
                  <a:srgbClr val="FFFFFF"/>
                </a:solidFill>
                <a:latin typeface="Arial"/>
                <a:cs typeface="Arial"/>
              </a:rPr>
              <a:t>se </a:t>
            </a:r>
            <a:r>
              <a:rPr sz="1800" spc="150" dirty="0">
                <a:solidFill>
                  <a:srgbClr val="FFFFFF"/>
                </a:solidFill>
                <a:latin typeface="Arial"/>
                <a:cs typeface="Arial"/>
              </a:rPr>
              <a:t>arrancaría</a:t>
            </a:r>
            <a:r>
              <a:rPr sz="1800" spc="355" dirty="0">
                <a:solidFill>
                  <a:srgbClr val="FFFFFF"/>
                </a:solidFill>
                <a:latin typeface="Arial"/>
                <a:cs typeface="Arial"/>
              </a:rPr>
              <a:t> </a:t>
            </a:r>
            <a:r>
              <a:rPr sz="1800" spc="130" dirty="0">
                <a:solidFill>
                  <a:srgbClr val="FFFFFF"/>
                </a:solidFill>
                <a:latin typeface="Arial"/>
                <a:cs typeface="Arial"/>
              </a:rPr>
              <a:t>Ubuntu</a:t>
            </a:r>
            <a:endParaRPr sz="1800">
              <a:latin typeface="Arial"/>
              <a:cs typeface="Arial"/>
            </a:endParaRPr>
          </a:p>
        </p:txBody>
      </p:sp>
      <p:sp>
        <p:nvSpPr>
          <p:cNvPr id="5" name="object 5"/>
          <p:cNvSpPr txBox="1"/>
          <p:nvPr/>
        </p:nvSpPr>
        <p:spPr>
          <a:xfrm>
            <a:off x="10757128" y="7223874"/>
            <a:ext cx="6080760" cy="848360"/>
          </a:xfrm>
          <a:prstGeom prst="rect">
            <a:avLst/>
          </a:prstGeom>
        </p:spPr>
        <p:txBody>
          <a:bodyPr vert="horz" wrap="square" lIns="0" tIns="12700" rIns="0" bIns="0" rtlCol="0">
            <a:spAutoFit/>
          </a:bodyPr>
          <a:lstStyle/>
          <a:p>
            <a:pPr marL="12700" marR="5080">
              <a:lnSpc>
                <a:spcPct val="100000"/>
              </a:lnSpc>
              <a:spcBef>
                <a:spcPts val="100"/>
              </a:spcBef>
            </a:pPr>
            <a:r>
              <a:rPr sz="1800" spc="80" dirty="0">
                <a:solidFill>
                  <a:srgbClr val="FFFFFF"/>
                </a:solidFill>
                <a:latin typeface="Arial"/>
                <a:cs typeface="Arial"/>
              </a:rPr>
              <a:t>Al</a:t>
            </a:r>
            <a:r>
              <a:rPr sz="1800" spc="355" dirty="0">
                <a:solidFill>
                  <a:srgbClr val="FFFFFF"/>
                </a:solidFill>
                <a:latin typeface="Arial"/>
                <a:cs typeface="Arial"/>
              </a:rPr>
              <a:t> </a:t>
            </a:r>
            <a:r>
              <a:rPr sz="1800" spc="140" dirty="0">
                <a:solidFill>
                  <a:srgbClr val="FFFFFF"/>
                </a:solidFill>
                <a:latin typeface="Arial"/>
                <a:cs typeface="Arial"/>
              </a:rPr>
              <a:t>iniciar</a:t>
            </a:r>
            <a:r>
              <a:rPr sz="1800" spc="360" dirty="0">
                <a:solidFill>
                  <a:srgbClr val="FFFFFF"/>
                </a:solidFill>
                <a:latin typeface="Arial"/>
                <a:cs typeface="Arial"/>
              </a:rPr>
              <a:t> </a:t>
            </a:r>
            <a:r>
              <a:rPr sz="1800" spc="110" dirty="0">
                <a:solidFill>
                  <a:srgbClr val="FFFFFF"/>
                </a:solidFill>
                <a:latin typeface="Arial"/>
                <a:cs typeface="Arial"/>
              </a:rPr>
              <a:t>nos</a:t>
            </a:r>
            <a:r>
              <a:rPr sz="1800" spc="360" dirty="0">
                <a:solidFill>
                  <a:srgbClr val="FFFFFF"/>
                </a:solidFill>
                <a:latin typeface="Arial"/>
                <a:cs typeface="Arial"/>
              </a:rPr>
              <a:t> </a:t>
            </a:r>
            <a:r>
              <a:rPr sz="1800" spc="145" dirty="0">
                <a:solidFill>
                  <a:srgbClr val="FFFFFF"/>
                </a:solidFill>
                <a:latin typeface="Arial"/>
                <a:cs typeface="Arial"/>
              </a:rPr>
              <a:t>aparecerá</a:t>
            </a:r>
            <a:r>
              <a:rPr sz="1800" spc="360" dirty="0">
                <a:solidFill>
                  <a:srgbClr val="FFFFFF"/>
                </a:solidFill>
                <a:latin typeface="Arial"/>
                <a:cs typeface="Arial"/>
              </a:rPr>
              <a:t> </a:t>
            </a:r>
            <a:r>
              <a:rPr sz="1800" spc="80" dirty="0">
                <a:solidFill>
                  <a:srgbClr val="FFFFFF"/>
                </a:solidFill>
                <a:latin typeface="Arial"/>
                <a:cs typeface="Arial"/>
              </a:rPr>
              <a:t>lo</a:t>
            </a:r>
            <a:r>
              <a:rPr sz="1800" spc="360" dirty="0">
                <a:solidFill>
                  <a:srgbClr val="FFFFFF"/>
                </a:solidFill>
                <a:latin typeface="Arial"/>
                <a:cs typeface="Arial"/>
              </a:rPr>
              <a:t> </a:t>
            </a:r>
            <a:r>
              <a:rPr sz="1800" spc="150" dirty="0">
                <a:solidFill>
                  <a:srgbClr val="FFFFFF"/>
                </a:solidFill>
                <a:latin typeface="Arial"/>
                <a:cs typeface="Arial"/>
              </a:rPr>
              <a:t>Siguiente</a:t>
            </a:r>
            <a:r>
              <a:rPr sz="1800" spc="360" dirty="0">
                <a:solidFill>
                  <a:srgbClr val="FFFFFF"/>
                </a:solidFill>
                <a:latin typeface="Arial"/>
                <a:cs typeface="Arial"/>
              </a:rPr>
              <a:t> </a:t>
            </a:r>
            <a:r>
              <a:rPr sz="1800" spc="-50" dirty="0">
                <a:solidFill>
                  <a:srgbClr val="FFFFFF"/>
                </a:solidFill>
                <a:latin typeface="Arial"/>
                <a:cs typeface="Arial"/>
              </a:rPr>
              <a:t>y </a:t>
            </a:r>
            <a:r>
              <a:rPr sz="1800" spc="155" dirty="0">
                <a:solidFill>
                  <a:srgbClr val="FFFFFF"/>
                </a:solidFill>
                <a:latin typeface="Arial"/>
                <a:cs typeface="Arial"/>
              </a:rPr>
              <a:t>seleccionamos</a:t>
            </a:r>
            <a:r>
              <a:rPr sz="1800" spc="350" dirty="0">
                <a:solidFill>
                  <a:srgbClr val="FFFFFF"/>
                </a:solidFill>
                <a:latin typeface="Arial"/>
                <a:cs typeface="Arial"/>
              </a:rPr>
              <a:t> </a:t>
            </a:r>
            <a:r>
              <a:rPr sz="1800" spc="80" dirty="0">
                <a:solidFill>
                  <a:srgbClr val="FFFFFF"/>
                </a:solidFill>
                <a:latin typeface="Arial"/>
                <a:cs typeface="Arial"/>
              </a:rPr>
              <a:t>la</a:t>
            </a:r>
            <a:r>
              <a:rPr sz="1800" spc="350" dirty="0">
                <a:solidFill>
                  <a:srgbClr val="FFFFFF"/>
                </a:solidFill>
                <a:latin typeface="Arial"/>
                <a:cs typeface="Arial"/>
              </a:rPr>
              <a:t> </a:t>
            </a:r>
            <a:r>
              <a:rPr sz="1800" spc="140" dirty="0">
                <a:solidFill>
                  <a:srgbClr val="FFFFFF"/>
                </a:solidFill>
                <a:latin typeface="Arial"/>
                <a:cs typeface="Arial"/>
              </a:rPr>
              <a:t>primera</a:t>
            </a:r>
            <a:r>
              <a:rPr sz="1800" spc="355" dirty="0">
                <a:solidFill>
                  <a:srgbClr val="FFFFFF"/>
                </a:solidFill>
                <a:latin typeface="Arial"/>
                <a:cs typeface="Arial"/>
              </a:rPr>
              <a:t> </a:t>
            </a:r>
            <a:r>
              <a:rPr sz="1800" spc="140" dirty="0">
                <a:solidFill>
                  <a:srgbClr val="FFFFFF"/>
                </a:solidFill>
                <a:latin typeface="Arial"/>
                <a:cs typeface="Arial"/>
              </a:rPr>
              <a:t>opción</a:t>
            </a:r>
            <a:r>
              <a:rPr sz="1800" spc="350"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40" dirty="0">
                <a:solidFill>
                  <a:srgbClr val="FFFFFF"/>
                </a:solidFill>
                <a:latin typeface="Arial"/>
                <a:cs typeface="Arial"/>
              </a:rPr>
              <a:t>daremos</a:t>
            </a:r>
            <a:r>
              <a:rPr sz="1800" spc="350" dirty="0">
                <a:solidFill>
                  <a:srgbClr val="FFFFFF"/>
                </a:solidFill>
                <a:latin typeface="Arial"/>
                <a:cs typeface="Arial"/>
              </a:rPr>
              <a:t> </a:t>
            </a:r>
            <a:r>
              <a:rPr sz="1800" spc="120" dirty="0">
                <a:solidFill>
                  <a:srgbClr val="FFFFFF"/>
                </a:solidFill>
                <a:latin typeface="Arial"/>
                <a:cs typeface="Arial"/>
              </a:rPr>
              <a:t>enter </a:t>
            </a:r>
            <a:r>
              <a:rPr sz="1800" dirty="0">
                <a:solidFill>
                  <a:srgbClr val="FFFFFF"/>
                </a:solidFill>
                <a:latin typeface="Arial"/>
                <a:cs typeface="Arial"/>
              </a:rPr>
              <a:t>y</a:t>
            </a:r>
            <a:r>
              <a:rPr sz="1800" spc="350" dirty="0">
                <a:solidFill>
                  <a:srgbClr val="FFFFFF"/>
                </a:solidFill>
                <a:latin typeface="Arial"/>
                <a:cs typeface="Arial"/>
              </a:rPr>
              <a:t> </a:t>
            </a:r>
            <a:r>
              <a:rPr sz="1800" spc="145" dirty="0">
                <a:solidFill>
                  <a:srgbClr val="FFFFFF"/>
                </a:solidFill>
                <a:latin typeface="Arial"/>
                <a:cs typeface="Arial"/>
              </a:rPr>
              <a:t>esperamos</a:t>
            </a:r>
            <a:r>
              <a:rPr sz="1800" spc="355" dirty="0">
                <a:solidFill>
                  <a:srgbClr val="FFFFFF"/>
                </a:solidFill>
                <a:latin typeface="Arial"/>
                <a:cs typeface="Arial"/>
              </a:rPr>
              <a:t> </a:t>
            </a:r>
            <a:r>
              <a:rPr sz="1800" dirty="0">
                <a:solidFill>
                  <a:srgbClr val="FFFFFF"/>
                </a:solidFill>
                <a:latin typeface="Arial"/>
                <a:cs typeface="Arial"/>
              </a:rPr>
              <a:t>a</a:t>
            </a:r>
            <a:r>
              <a:rPr sz="1800" spc="355" dirty="0">
                <a:solidFill>
                  <a:srgbClr val="FFFFFF"/>
                </a:solidFill>
                <a:latin typeface="Arial"/>
                <a:cs typeface="Arial"/>
              </a:rPr>
              <a:t> </a:t>
            </a:r>
            <a:r>
              <a:rPr sz="1800" spc="110" dirty="0">
                <a:solidFill>
                  <a:srgbClr val="FFFFFF"/>
                </a:solidFill>
                <a:latin typeface="Arial"/>
                <a:cs typeface="Arial"/>
              </a:rPr>
              <a:t>que</a:t>
            </a:r>
            <a:r>
              <a:rPr sz="1800" spc="355" dirty="0">
                <a:solidFill>
                  <a:srgbClr val="FFFFFF"/>
                </a:solidFill>
                <a:latin typeface="Arial"/>
                <a:cs typeface="Arial"/>
              </a:rPr>
              <a:t> </a:t>
            </a:r>
            <a:r>
              <a:rPr sz="1800" spc="140" dirty="0">
                <a:solidFill>
                  <a:srgbClr val="FFFFFF"/>
                </a:solidFill>
                <a:latin typeface="Arial"/>
                <a:cs typeface="Arial"/>
              </a:rPr>
              <a:t>cargue</a:t>
            </a:r>
            <a:r>
              <a:rPr sz="1800" spc="355" dirty="0">
                <a:solidFill>
                  <a:srgbClr val="FFFFFF"/>
                </a:solidFill>
                <a:latin typeface="Arial"/>
                <a:cs typeface="Arial"/>
              </a:rPr>
              <a:t> </a:t>
            </a:r>
            <a:r>
              <a:rPr sz="1800" spc="130" dirty="0">
                <a:solidFill>
                  <a:srgbClr val="FFFFFF"/>
                </a:solidFill>
                <a:latin typeface="Arial"/>
                <a:cs typeface="Arial"/>
              </a:rPr>
              <a:t>Ubuntu</a:t>
            </a:r>
            <a:endParaRPr sz="1800">
              <a:latin typeface="Arial"/>
              <a:cs typeface="Arial"/>
            </a:endParaRPr>
          </a:p>
        </p:txBody>
      </p:sp>
      <p:pic>
        <p:nvPicPr>
          <p:cNvPr id="6" name="object 6"/>
          <p:cNvPicPr/>
          <p:nvPr/>
        </p:nvPicPr>
        <p:blipFill>
          <a:blip r:embed="rId2" cstate="print"/>
          <a:stretch>
            <a:fillRect/>
          </a:stretch>
        </p:blipFill>
        <p:spPr>
          <a:xfrm>
            <a:off x="381000" y="2628900"/>
            <a:ext cx="8156600" cy="4212183"/>
          </a:xfrm>
          <a:prstGeom prst="rect">
            <a:avLst/>
          </a:prstGeom>
        </p:spPr>
      </p:pic>
      <p:pic>
        <p:nvPicPr>
          <p:cNvPr id="7" name="object 7"/>
          <p:cNvPicPr/>
          <p:nvPr/>
        </p:nvPicPr>
        <p:blipFill>
          <a:blip r:embed="rId3" cstate="print"/>
          <a:stretch>
            <a:fillRect/>
          </a:stretch>
        </p:blipFill>
        <p:spPr>
          <a:xfrm>
            <a:off x="8924404" y="2492133"/>
            <a:ext cx="8753995" cy="43838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25" dirty="0"/>
              <a:t>´Paso</a:t>
            </a:r>
            <a:r>
              <a:rPr spc="355" dirty="0"/>
              <a:t> </a:t>
            </a:r>
            <a:r>
              <a:rPr spc="70" dirty="0"/>
              <a:t>5:</a:t>
            </a:r>
            <a:r>
              <a:rPr spc="355" dirty="0"/>
              <a:t> </a:t>
            </a:r>
            <a:r>
              <a:rPr spc="145" dirty="0"/>
              <a:t>Configuración</a:t>
            </a:r>
            <a:r>
              <a:rPr spc="355" dirty="0"/>
              <a:t> </a:t>
            </a:r>
            <a:r>
              <a:rPr spc="70" dirty="0"/>
              <a:t>de</a:t>
            </a:r>
            <a:r>
              <a:rPr spc="360" dirty="0"/>
              <a:t> </a:t>
            </a:r>
            <a:r>
              <a:rPr spc="130" dirty="0"/>
              <a:t>Ubuntu</a:t>
            </a:r>
            <a:r>
              <a:rPr spc="355" dirty="0"/>
              <a:t> </a:t>
            </a:r>
            <a:r>
              <a:rPr dirty="0"/>
              <a:t>y</a:t>
            </a:r>
            <a:r>
              <a:rPr spc="355" dirty="0"/>
              <a:t> </a:t>
            </a:r>
            <a:r>
              <a:rPr spc="135" dirty="0"/>
              <a:t>instalacion</a:t>
            </a:r>
          </a:p>
        </p:txBody>
      </p:sp>
      <p:sp>
        <p:nvSpPr>
          <p:cNvPr id="3" name="object 3"/>
          <p:cNvSpPr txBox="1"/>
          <p:nvPr/>
        </p:nvSpPr>
        <p:spPr>
          <a:xfrm>
            <a:off x="6694246" y="4350016"/>
            <a:ext cx="5916295" cy="3070860"/>
          </a:xfrm>
          <a:prstGeom prst="rect">
            <a:avLst/>
          </a:prstGeom>
        </p:spPr>
        <p:txBody>
          <a:bodyPr vert="horz" wrap="square" lIns="0" tIns="0" rIns="0" bIns="0" rtlCol="0">
            <a:spAutoFit/>
          </a:bodyPr>
          <a:lstStyle/>
          <a:p>
            <a:pPr>
              <a:lnSpc>
                <a:spcPct val="100000"/>
              </a:lnSpc>
            </a:pPr>
            <a:endParaRPr sz="1800">
              <a:latin typeface="Times New Roman"/>
              <a:cs typeface="Times New Roman"/>
            </a:endParaRPr>
          </a:p>
          <a:p>
            <a:pPr>
              <a:lnSpc>
                <a:spcPct val="100000"/>
              </a:lnSpc>
              <a:spcBef>
                <a:spcPts val="910"/>
              </a:spcBef>
            </a:pPr>
            <a:endParaRPr sz="1800">
              <a:latin typeface="Times New Roman"/>
              <a:cs typeface="Times New Roman"/>
            </a:endParaRPr>
          </a:p>
          <a:p>
            <a:pPr marR="1008380" algn="ctr">
              <a:lnSpc>
                <a:spcPct val="100000"/>
              </a:lnSpc>
            </a:pPr>
            <a:r>
              <a:rPr sz="1800" spc="-25" dirty="0">
                <a:latin typeface="Calibri"/>
                <a:cs typeface="Calibri"/>
              </a:rPr>
              <a:t>03</a:t>
            </a:r>
            <a:endParaRPr sz="1800">
              <a:latin typeface="Calibri"/>
              <a:cs typeface="Calibri"/>
            </a:endParaRPr>
          </a:p>
        </p:txBody>
      </p:sp>
      <p:sp>
        <p:nvSpPr>
          <p:cNvPr id="4" name="object 4"/>
          <p:cNvSpPr txBox="1"/>
          <p:nvPr/>
        </p:nvSpPr>
        <p:spPr>
          <a:xfrm>
            <a:off x="7361034" y="7502194"/>
            <a:ext cx="5028565" cy="574040"/>
          </a:xfrm>
          <a:prstGeom prst="rect">
            <a:avLst/>
          </a:prstGeom>
        </p:spPr>
        <p:txBody>
          <a:bodyPr vert="horz" wrap="square" lIns="0" tIns="12700" rIns="0" bIns="0" rtlCol="0">
            <a:spAutoFit/>
          </a:bodyPr>
          <a:lstStyle/>
          <a:p>
            <a:pPr marL="12700" marR="5080">
              <a:lnSpc>
                <a:spcPct val="100000"/>
              </a:lnSpc>
              <a:spcBef>
                <a:spcPts val="100"/>
              </a:spcBef>
            </a:pPr>
            <a:r>
              <a:rPr sz="1800" spc="85" dirty="0">
                <a:solidFill>
                  <a:srgbClr val="FFFFFF"/>
                </a:solidFill>
                <a:latin typeface="Arial"/>
                <a:cs typeface="Arial"/>
              </a:rPr>
              <a:t>En</a:t>
            </a:r>
            <a:r>
              <a:rPr sz="1800" spc="345" dirty="0">
                <a:solidFill>
                  <a:srgbClr val="FFFFFF"/>
                </a:solidFill>
                <a:latin typeface="Arial"/>
                <a:cs typeface="Arial"/>
              </a:rPr>
              <a:t> </a:t>
            </a:r>
            <a:r>
              <a:rPr sz="1800" spc="125" dirty="0">
                <a:solidFill>
                  <a:srgbClr val="FFFFFF"/>
                </a:solidFill>
                <a:latin typeface="Arial"/>
                <a:cs typeface="Arial"/>
              </a:rPr>
              <a:t>este</a:t>
            </a:r>
            <a:r>
              <a:rPr sz="1800" spc="360" dirty="0">
                <a:solidFill>
                  <a:srgbClr val="FFFFFF"/>
                </a:solidFill>
                <a:latin typeface="Arial"/>
                <a:cs typeface="Arial"/>
              </a:rPr>
              <a:t> </a:t>
            </a:r>
            <a:r>
              <a:rPr sz="1800" spc="145" dirty="0">
                <a:solidFill>
                  <a:srgbClr val="FFFFFF"/>
                </a:solidFill>
                <a:latin typeface="Arial"/>
                <a:cs typeface="Arial"/>
              </a:rPr>
              <a:t>apartado</a:t>
            </a:r>
            <a:r>
              <a:rPr sz="1800" spc="360" dirty="0">
                <a:solidFill>
                  <a:srgbClr val="FFFFFF"/>
                </a:solidFill>
                <a:latin typeface="Arial"/>
                <a:cs typeface="Arial"/>
              </a:rPr>
              <a:t> </a:t>
            </a:r>
            <a:r>
              <a:rPr sz="1800" spc="130" dirty="0">
                <a:solidFill>
                  <a:srgbClr val="FFFFFF"/>
                </a:solidFill>
                <a:latin typeface="Arial"/>
                <a:cs typeface="Arial"/>
              </a:rPr>
              <a:t>Vamos</a:t>
            </a:r>
            <a:r>
              <a:rPr sz="1800" spc="360" dirty="0">
                <a:solidFill>
                  <a:srgbClr val="FFFFFF"/>
                </a:solidFill>
                <a:latin typeface="Arial"/>
                <a:cs typeface="Arial"/>
              </a:rPr>
              <a:t> </a:t>
            </a:r>
            <a:r>
              <a:rPr sz="1800" dirty="0">
                <a:solidFill>
                  <a:srgbClr val="FFFFFF"/>
                </a:solidFill>
                <a:latin typeface="Arial"/>
                <a:cs typeface="Arial"/>
              </a:rPr>
              <a:t>a</a:t>
            </a:r>
            <a:r>
              <a:rPr sz="1800" spc="360" dirty="0">
                <a:solidFill>
                  <a:srgbClr val="FFFFFF"/>
                </a:solidFill>
                <a:latin typeface="Arial"/>
                <a:cs typeface="Arial"/>
              </a:rPr>
              <a:t> </a:t>
            </a:r>
            <a:r>
              <a:rPr sz="1800" spc="150" dirty="0">
                <a:solidFill>
                  <a:srgbClr val="FFFFFF"/>
                </a:solidFill>
                <a:latin typeface="Arial"/>
                <a:cs typeface="Arial"/>
              </a:rPr>
              <a:t>seleccionar</a:t>
            </a:r>
            <a:r>
              <a:rPr sz="1800" spc="360" dirty="0">
                <a:solidFill>
                  <a:srgbClr val="FFFFFF"/>
                </a:solidFill>
                <a:latin typeface="Arial"/>
                <a:cs typeface="Arial"/>
              </a:rPr>
              <a:t> </a:t>
            </a:r>
            <a:r>
              <a:rPr sz="1800" spc="55" dirty="0">
                <a:solidFill>
                  <a:srgbClr val="FFFFFF"/>
                </a:solidFill>
                <a:latin typeface="Arial"/>
                <a:cs typeface="Arial"/>
              </a:rPr>
              <a:t>la </a:t>
            </a:r>
            <a:r>
              <a:rPr sz="1800" spc="140" dirty="0">
                <a:solidFill>
                  <a:srgbClr val="FFFFFF"/>
                </a:solidFill>
                <a:latin typeface="Arial"/>
                <a:cs typeface="Arial"/>
              </a:rPr>
              <a:t>opción</a:t>
            </a:r>
            <a:r>
              <a:rPr sz="1800" spc="350" dirty="0">
                <a:solidFill>
                  <a:srgbClr val="FFFFFF"/>
                </a:solidFill>
                <a:latin typeface="Arial"/>
                <a:cs typeface="Arial"/>
              </a:rPr>
              <a:t> </a:t>
            </a:r>
            <a:r>
              <a:rPr sz="1800" spc="85" dirty="0">
                <a:solidFill>
                  <a:srgbClr val="FFFFFF"/>
                </a:solidFill>
                <a:latin typeface="Arial"/>
                <a:cs typeface="Arial"/>
              </a:rPr>
              <a:t>de</a:t>
            </a:r>
            <a:r>
              <a:rPr sz="1800" spc="350" dirty="0">
                <a:solidFill>
                  <a:srgbClr val="FFFFFF"/>
                </a:solidFill>
                <a:latin typeface="Arial"/>
                <a:cs typeface="Arial"/>
              </a:rPr>
              <a:t> </a:t>
            </a:r>
            <a:r>
              <a:rPr sz="1800" spc="145" dirty="0">
                <a:solidFill>
                  <a:srgbClr val="FFFFFF"/>
                </a:solidFill>
                <a:latin typeface="Arial"/>
                <a:cs typeface="Arial"/>
              </a:rPr>
              <a:t>instalar</a:t>
            </a:r>
            <a:r>
              <a:rPr sz="1800" spc="355" dirty="0">
                <a:solidFill>
                  <a:srgbClr val="FFFFFF"/>
                </a:solidFill>
                <a:latin typeface="Arial"/>
                <a:cs typeface="Arial"/>
              </a:rPr>
              <a:t> </a:t>
            </a:r>
            <a:r>
              <a:rPr sz="1800" spc="130" dirty="0">
                <a:solidFill>
                  <a:srgbClr val="FFFFFF"/>
                </a:solidFill>
                <a:latin typeface="Arial"/>
                <a:cs typeface="Arial"/>
              </a:rPr>
              <a:t>ubuntu</a:t>
            </a:r>
            <a:endParaRPr sz="1800">
              <a:latin typeface="Arial"/>
              <a:cs typeface="Arial"/>
            </a:endParaRPr>
          </a:p>
        </p:txBody>
      </p:sp>
      <p:sp>
        <p:nvSpPr>
          <p:cNvPr id="5" name="object 5"/>
          <p:cNvSpPr txBox="1"/>
          <p:nvPr/>
        </p:nvSpPr>
        <p:spPr>
          <a:xfrm>
            <a:off x="13261339" y="7504163"/>
            <a:ext cx="4657725" cy="299720"/>
          </a:xfrm>
          <a:prstGeom prst="rect">
            <a:avLst/>
          </a:prstGeom>
        </p:spPr>
        <p:txBody>
          <a:bodyPr vert="horz" wrap="square" lIns="0" tIns="12700" rIns="0" bIns="0" rtlCol="0">
            <a:spAutoFit/>
          </a:bodyPr>
          <a:lstStyle/>
          <a:p>
            <a:pPr marL="12700">
              <a:lnSpc>
                <a:spcPct val="100000"/>
              </a:lnSpc>
              <a:spcBef>
                <a:spcPts val="100"/>
              </a:spcBef>
            </a:pPr>
            <a:r>
              <a:rPr sz="1800" spc="125" dirty="0">
                <a:solidFill>
                  <a:srgbClr val="FFFFFF"/>
                </a:solidFill>
                <a:latin typeface="Arial"/>
                <a:cs typeface="Arial"/>
              </a:rPr>
              <a:t>Aquí</a:t>
            </a:r>
            <a:r>
              <a:rPr sz="1800" spc="350" dirty="0">
                <a:solidFill>
                  <a:srgbClr val="FFFFFF"/>
                </a:solidFill>
                <a:latin typeface="Arial"/>
                <a:cs typeface="Arial"/>
              </a:rPr>
              <a:t> </a:t>
            </a:r>
            <a:r>
              <a:rPr sz="1800" spc="155" dirty="0">
                <a:solidFill>
                  <a:srgbClr val="FFFFFF"/>
                </a:solidFill>
                <a:latin typeface="Arial"/>
                <a:cs typeface="Arial"/>
              </a:rPr>
              <a:t>seleccionamos</a:t>
            </a:r>
            <a:r>
              <a:rPr sz="1800" spc="350" dirty="0">
                <a:solidFill>
                  <a:srgbClr val="FFFFFF"/>
                </a:solidFill>
                <a:latin typeface="Arial"/>
                <a:cs typeface="Arial"/>
              </a:rPr>
              <a:t> </a:t>
            </a:r>
            <a:r>
              <a:rPr sz="1800" spc="80" dirty="0">
                <a:solidFill>
                  <a:srgbClr val="FFFFFF"/>
                </a:solidFill>
                <a:latin typeface="Arial"/>
                <a:cs typeface="Arial"/>
              </a:rPr>
              <a:t>la</a:t>
            </a:r>
            <a:r>
              <a:rPr sz="1800" spc="355" dirty="0">
                <a:solidFill>
                  <a:srgbClr val="FFFFFF"/>
                </a:solidFill>
                <a:latin typeface="Arial"/>
                <a:cs typeface="Arial"/>
              </a:rPr>
              <a:t> </a:t>
            </a:r>
            <a:r>
              <a:rPr sz="1800" spc="140" dirty="0">
                <a:solidFill>
                  <a:srgbClr val="FFFFFF"/>
                </a:solidFill>
                <a:latin typeface="Arial"/>
                <a:cs typeface="Arial"/>
              </a:rPr>
              <a:t>primera</a:t>
            </a:r>
            <a:r>
              <a:rPr sz="1800" spc="350" dirty="0">
                <a:solidFill>
                  <a:srgbClr val="FFFFFF"/>
                </a:solidFill>
                <a:latin typeface="Arial"/>
                <a:cs typeface="Arial"/>
              </a:rPr>
              <a:t> </a:t>
            </a:r>
            <a:r>
              <a:rPr sz="1800" spc="130" dirty="0">
                <a:solidFill>
                  <a:srgbClr val="FFFFFF"/>
                </a:solidFill>
                <a:latin typeface="Arial"/>
                <a:cs typeface="Arial"/>
              </a:rPr>
              <a:t>opción</a:t>
            </a:r>
            <a:endParaRPr sz="1800">
              <a:latin typeface="Arial"/>
              <a:cs typeface="Arial"/>
            </a:endParaRPr>
          </a:p>
        </p:txBody>
      </p:sp>
      <p:pic>
        <p:nvPicPr>
          <p:cNvPr id="6" name="object 6"/>
          <p:cNvPicPr/>
          <p:nvPr/>
        </p:nvPicPr>
        <p:blipFill>
          <a:blip r:embed="rId2" cstate="print"/>
          <a:stretch>
            <a:fillRect/>
          </a:stretch>
        </p:blipFill>
        <p:spPr>
          <a:xfrm>
            <a:off x="838200" y="990418"/>
            <a:ext cx="5687390" cy="2969653"/>
          </a:xfrm>
          <a:prstGeom prst="rect">
            <a:avLst/>
          </a:prstGeom>
        </p:spPr>
      </p:pic>
      <p:pic>
        <p:nvPicPr>
          <p:cNvPr id="7" name="object 7"/>
          <p:cNvPicPr/>
          <p:nvPr/>
        </p:nvPicPr>
        <p:blipFill>
          <a:blip r:embed="rId3" cstate="print"/>
          <a:stretch>
            <a:fillRect/>
          </a:stretch>
        </p:blipFill>
        <p:spPr>
          <a:xfrm>
            <a:off x="6825094" y="938362"/>
            <a:ext cx="5654052" cy="2980524"/>
          </a:xfrm>
          <a:prstGeom prst="rect">
            <a:avLst/>
          </a:prstGeom>
        </p:spPr>
      </p:pic>
      <p:pic>
        <p:nvPicPr>
          <p:cNvPr id="8" name="object 8"/>
          <p:cNvPicPr/>
          <p:nvPr/>
        </p:nvPicPr>
        <p:blipFill>
          <a:blip r:embed="rId4" cstate="print"/>
          <a:stretch>
            <a:fillRect/>
          </a:stretch>
        </p:blipFill>
        <p:spPr>
          <a:xfrm>
            <a:off x="12609994" y="1020046"/>
            <a:ext cx="5678004" cy="2980524"/>
          </a:xfrm>
          <a:prstGeom prst="rect">
            <a:avLst/>
          </a:prstGeom>
        </p:spPr>
      </p:pic>
      <p:pic>
        <p:nvPicPr>
          <p:cNvPr id="9" name="object 9"/>
          <p:cNvPicPr/>
          <p:nvPr/>
        </p:nvPicPr>
        <p:blipFill>
          <a:blip r:embed="rId5" cstate="print"/>
          <a:stretch>
            <a:fillRect/>
          </a:stretch>
        </p:blipFill>
        <p:spPr>
          <a:xfrm>
            <a:off x="705453" y="4282579"/>
            <a:ext cx="5820143" cy="3029864"/>
          </a:xfrm>
          <a:prstGeom prst="rect">
            <a:avLst/>
          </a:prstGeom>
        </p:spPr>
      </p:pic>
      <p:pic>
        <p:nvPicPr>
          <p:cNvPr id="10" name="object 10"/>
          <p:cNvPicPr/>
          <p:nvPr/>
        </p:nvPicPr>
        <p:blipFill>
          <a:blip r:embed="rId6" cstate="print"/>
          <a:stretch>
            <a:fillRect/>
          </a:stretch>
        </p:blipFill>
        <p:spPr>
          <a:xfrm>
            <a:off x="6694246" y="4350016"/>
            <a:ext cx="5915748" cy="3070390"/>
          </a:xfrm>
          <a:prstGeom prst="rect">
            <a:avLst/>
          </a:prstGeom>
        </p:spPr>
      </p:pic>
      <p:pic>
        <p:nvPicPr>
          <p:cNvPr id="11" name="object 11"/>
          <p:cNvPicPr/>
          <p:nvPr/>
        </p:nvPicPr>
        <p:blipFill>
          <a:blip r:embed="rId7" cstate="print"/>
          <a:stretch>
            <a:fillRect/>
          </a:stretch>
        </p:blipFill>
        <p:spPr>
          <a:xfrm>
            <a:off x="12803251" y="4466691"/>
            <a:ext cx="5484749" cy="2980524"/>
          </a:xfrm>
          <a:prstGeom prst="rect">
            <a:avLst/>
          </a:prstGeom>
        </p:spPr>
      </p:pic>
      <p:sp>
        <p:nvSpPr>
          <p:cNvPr id="12" name="object 12"/>
          <p:cNvSpPr txBox="1"/>
          <p:nvPr/>
        </p:nvSpPr>
        <p:spPr>
          <a:xfrm>
            <a:off x="3171240" y="8832786"/>
            <a:ext cx="8861425" cy="574040"/>
          </a:xfrm>
          <a:prstGeom prst="rect">
            <a:avLst/>
          </a:prstGeom>
        </p:spPr>
        <p:txBody>
          <a:bodyPr vert="horz" wrap="square" lIns="0" tIns="12700" rIns="0" bIns="0" rtlCol="0">
            <a:spAutoFit/>
          </a:bodyPr>
          <a:lstStyle/>
          <a:p>
            <a:pPr marL="12700" marR="5080">
              <a:lnSpc>
                <a:spcPct val="100000"/>
              </a:lnSpc>
              <a:spcBef>
                <a:spcPts val="100"/>
              </a:spcBef>
            </a:pPr>
            <a:r>
              <a:rPr sz="1800" spc="125" dirty="0">
                <a:solidFill>
                  <a:srgbClr val="FFFFFF"/>
                </a:solidFill>
                <a:latin typeface="Arial"/>
                <a:cs typeface="Arial"/>
              </a:rPr>
              <a:t>Aquí</a:t>
            </a:r>
            <a:r>
              <a:rPr sz="1800" spc="350" dirty="0">
                <a:solidFill>
                  <a:srgbClr val="FFFFFF"/>
                </a:solidFill>
                <a:latin typeface="Arial"/>
                <a:cs typeface="Arial"/>
              </a:rPr>
              <a:t> </a:t>
            </a:r>
            <a:r>
              <a:rPr sz="1800" spc="150" dirty="0">
                <a:solidFill>
                  <a:srgbClr val="FFFFFF"/>
                </a:solidFill>
                <a:latin typeface="Arial"/>
                <a:cs typeface="Arial"/>
              </a:rPr>
              <a:t>básicamente</a:t>
            </a:r>
            <a:r>
              <a:rPr sz="1800" spc="355" dirty="0">
                <a:solidFill>
                  <a:srgbClr val="FFFFFF"/>
                </a:solidFill>
                <a:latin typeface="Arial"/>
                <a:cs typeface="Arial"/>
              </a:rPr>
              <a:t> </a:t>
            </a:r>
            <a:r>
              <a:rPr sz="1800" spc="80" dirty="0">
                <a:solidFill>
                  <a:srgbClr val="FFFFFF"/>
                </a:solidFill>
                <a:latin typeface="Arial"/>
                <a:cs typeface="Arial"/>
              </a:rPr>
              <a:t>le</a:t>
            </a:r>
            <a:r>
              <a:rPr sz="1800" spc="350" dirty="0">
                <a:solidFill>
                  <a:srgbClr val="FFFFFF"/>
                </a:solidFill>
                <a:latin typeface="Arial"/>
                <a:cs typeface="Arial"/>
              </a:rPr>
              <a:t> </a:t>
            </a:r>
            <a:r>
              <a:rPr sz="1800" spc="140" dirty="0">
                <a:solidFill>
                  <a:srgbClr val="FFFFFF"/>
                </a:solidFill>
                <a:latin typeface="Arial"/>
                <a:cs typeface="Arial"/>
              </a:rPr>
              <a:t>daremos</a:t>
            </a:r>
            <a:r>
              <a:rPr sz="1800" spc="355" dirty="0">
                <a:solidFill>
                  <a:srgbClr val="FFFFFF"/>
                </a:solidFill>
                <a:latin typeface="Arial"/>
                <a:cs typeface="Arial"/>
              </a:rPr>
              <a:t> </a:t>
            </a:r>
            <a:r>
              <a:rPr sz="1800" spc="135" dirty="0">
                <a:solidFill>
                  <a:srgbClr val="FFFFFF"/>
                </a:solidFill>
                <a:latin typeface="Arial"/>
                <a:cs typeface="Arial"/>
              </a:rPr>
              <a:t>todas</a:t>
            </a:r>
            <a:r>
              <a:rPr sz="1800" spc="355" dirty="0">
                <a:solidFill>
                  <a:srgbClr val="FFFFFF"/>
                </a:solidFill>
                <a:latin typeface="Arial"/>
                <a:cs typeface="Arial"/>
              </a:rPr>
              <a:t> </a:t>
            </a:r>
            <a:r>
              <a:rPr sz="1800" spc="110" dirty="0">
                <a:solidFill>
                  <a:srgbClr val="FFFFFF"/>
                </a:solidFill>
                <a:latin typeface="Arial"/>
                <a:cs typeface="Arial"/>
              </a:rPr>
              <a:t>las</a:t>
            </a:r>
            <a:r>
              <a:rPr sz="1800" spc="350" dirty="0">
                <a:solidFill>
                  <a:srgbClr val="FFFFFF"/>
                </a:solidFill>
                <a:latin typeface="Arial"/>
                <a:cs typeface="Arial"/>
              </a:rPr>
              <a:t> </a:t>
            </a:r>
            <a:r>
              <a:rPr sz="1800" spc="150" dirty="0">
                <a:solidFill>
                  <a:srgbClr val="FFFFFF"/>
                </a:solidFill>
                <a:latin typeface="Arial"/>
                <a:cs typeface="Arial"/>
              </a:rPr>
              <a:t>pantallas</a:t>
            </a:r>
            <a:r>
              <a:rPr sz="1800" spc="355" dirty="0">
                <a:solidFill>
                  <a:srgbClr val="FFFFFF"/>
                </a:solidFill>
                <a:latin typeface="Arial"/>
                <a:cs typeface="Arial"/>
              </a:rPr>
              <a:t> </a:t>
            </a:r>
            <a:r>
              <a:rPr sz="1800" spc="85" dirty="0">
                <a:solidFill>
                  <a:srgbClr val="FFFFFF"/>
                </a:solidFill>
                <a:latin typeface="Arial"/>
                <a:cs typeface="Arial"/>
              </a:rPr>
              <a:t>en</a:t>
            </a:r>
            <a:r>
              <a:rPr sz="1800" spc="350" dirty="0">
                <a:solidFill>
                  <a:srgbClr val="FFFFFF"/>
                </a:solidFill>
                <a:latin typeface="Arial"/>
                <a:cs typeface="Arial"/>
              </a:rPr>
              <a:t> </a:t>
            </a:r>
            <a:r>
              <a:rPr sz="1800" spc="150" dirty="0">
                <a:solidFill>
                  <a:srgbClr val="FFFFFF"/>
                </a:solidFill>
                <a:latin typeface="Arial"/>
                <a:cs typeface="Arial"/>
              </a:rPr>
              <a:t>siguiente</a:t>
            </a:r>
            <a:r>
              <a:rPr sz="1800" spc="355"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35" dirty="0">
                <a:solidFill>
                  <a:srgbClr val="FFFFFF"/>
                </a:solidFill>
                <a:latin typeface="Arial"/>
                <a:cs typeface="Arial"/>
              </a:rPr>
              <a:t>algunas </a:t>
            </a:r>
            <a:r>
              <a:rPr sz="1800" spc="85" dirty="0">
                <a:solidFill>
                  <a:srgbClr val="FFFFFF"/>
                </a:solidFill>
                <a:latin typeface="Arial"/>
                <a:cs typeface="Arial"/>
              </a:rPr>
              <a:t>en</a:t>
            </a:r>
            <a:r>
              <a:rPr sz="1800" spc="350" dirty="0">
                <a:solidFill>
                  <a:srgbClr val="FFFFFF"/>
                </a:solidFill>
                <a:latin typeface="Arial"/>
                <a:cs typeface="Arial"/>
              </a:rPr>
              <a:t> </a:t>
            </a:r>
            <a:r>
              <a:rPr sz="1800" spc="150" dirty="0">
                <a:solidFill>
                  <a:srgbClr val="FFFFFF"/>
                </a:solidFill>
                <a:latin typeface="Arial"/>
                <a:cs typeface="Arial"/>
              </a:rPr>
              <a:t>configurar</a:t>
            </a:r>
            <a:r>
              <a:rPr sz="1800" spc="350" dirty="0">
                <a:solidFill>
                  <a:srgbClr val="FFFFFF"/>
                </a:solidFill>
                <a:latin typeface="Arial"/>
                <a:cs typeface="Arial"/>
              </a:rPr>
              <a:t> </a:t>
            </a:r>
            <a:r>
              <a:rPr sz="1800" spc="125" dirty="0">
                <a:solidFill>
                  <a:srgbClr val="FFFFFF"/>
                </a:solidFill>
                <a:latin typeface="Arial"/>
                <a:cs typeface="Arial"/>
              </a:rPr>
              <a:t>idio</a:t>
            </a:r>
            <a:r>
              <a:rPr sz="1800" spc="350" dirty="0">
                <a:solidFill>
                  <a:srgbClr val="FFFFFF"/>
                </a:solidFill>
                <a:latin typeface="Arial"/>
                <a:cs typeface="Arial"/>
              </a:rPr>
              <a:t> </a:t>
            </a:r>
            <a:r>
              <a:rPr sz="1800" spc="130" dirty="0">
                <a:solidFill>
                  <a:srgbClr val="FFFFFF"/>
                </a:solidFill>
                <a:latin typeface="Arial"/>
                <a:cs typeface="Arial"/>
              </a:rPr>
              <a:t>otros</a:t>
            </a:r>
            <a:r>
              <a:rPr sz="1800" spc="355" dirty="0">
                <a:solidFill>
                  <a:srgbClr val="FFFFFF"/>
                </a:solidFill>
                <a:latin typeface="Arial"/>
                <a:cs typeface="Arial"/>
              </a:rPr>
              <a:t> </a:t>
            </a:r>
            <a:r>
              <a:rPr sz="1800" spc="85" dirty="0">
                <a:solidFill>
                  <a:srgbClr val="FFFFFF"/>
                </a:solidFill>
                <a:latin typeface="Arial"/>
                <a:cs typeface="Arial"/>
              </a:rPr>
              <a:t>en</a:t>
            </a:r>
            <a:r>
              <a:rPr sz="1800" spc="350" dirty="0">
                <a:solidFill>
                  <a:srgbClr val="FFFFFF"/>
                </a:solidFill>
                <a:latin typeface="Arial"/>
                <a:cs typeface="Arial"/>
              </a:rPr>
              <a:t> </a:t>
            </a:r>
            <a:r>
              <a:rPr sz="1800" spc="80" dirty="0">
                <a:solidFill>
                  <a:srgbClr val="FFFFFF"/>
                </a:solidFill>
                <a:latin typeface="Arial"/>
                <a:cs typeface="Arial"/>
              </a:rPr>
              <a:t>el</a:t>
            </a:r>
            <a:r>
              <a:rPr sz="1800" spc="350" dirty="0">
                <a:solidFill>
                  <a:srgbClr val="FFFFFF"/>
                </a:solidFill>
                <a:latin typeface="Arial"/>
                <a:cs typeface="Arial"/>
              </a:rPr>
              <a:t> </a:t>
            </a:r>
            <a:r>
              <a:rPr sz="1800" spc="145" dirty="0">
                <a:solidFill>
                  <a:srgbClr val="FFFFFF"/>
                </a:solidFill>
                <a:latin typeface="Arial"/>
                <a:cs typeface="Arial"/>
              </a:rPr>
              <a:t>teclado</a:t>
            </a:r>
            <a:r>
              <a:rPr sz="1800" spc="355" dirty="0">
                <a:solidFill>
                  <a:srgbClr val="FFFFFF"/>
                </a:solidFill>
                <a:latin typeface="Arial"/>
                <a:cs typeface="Arial"/>
              </a:rPr>
              <a:t> </a:t>
            </a:r>
            <a:r>
              <a:rPr sz="1800" dirty="0">
                <a:solidFill>
                  <a:srgbClr val="FFFFFF"/>
                </a:solidFill>
                <a:latin typeface="Arial"/>
                <a:cs typeface="Arial"/>
              </a:rPr>
              <a:t>y</a:t>
            </a:r>
            <a:r>
              <a:rPr sz="1800" spc="350" dirty="0">
                <a:solidFill>
                  <a:srgbClr val="FFFFFF"/>
                </a:solidFill>
                <a:latin typeface="Arial"/>
                <a:cs typeface="Arial"/>
              </a:rPr>
              <a:t> </a:t>
            </a:r>
            <a:r>
              <a:rPr sz="1800" spc="110" dirty="0">
                <a:solidFill>
                  <a:srgbClr val="FFFFFF"/>
                </a:solidFill>
                <a:latin typeface="Arial"/>
                <a:cs typeface="Arial"/>
              </a:rPr>
              <a:t>nos</a:t>
            </a:r>
            <a:r>
              <a:rPr sz="1800" spc="350" dirty="0">
                <a:solidFill>
                  <a:srgbClr val="FFFFFF"/>
                </a:solidFill>
                <a:latin typeface="Arial"/>
                <a:cs typeface="Arial"/>
              </a:rPr>
              <a:t> </a:t>
            </a:r>
            <a:r>
              <a:rPr sz="1800" spc="150" dirty="0">
                <a:solidFill>
                  <a:srgbClr val="FFFFFF"/>
                </a:solidFill>
                <a:latin typeface="Arial"/>
                <a:cs typeface="Arial"/>
              </a:rPr>
              <a:t>conectamos</a:t>
            </a:r>
            <a:r>
              <a:rPr sz="1800" spc="355" dirty="0">
                <a:solidFill>
                  <a:srgbClr val="FFFFFF"/>
                </a:solidFill>
                <a:latin typeface="Arial"/>
                <a:cs typeface="Arial"/>
              </a:rPr>
              <a:t> </a:t>
            </a:r>
            <a:r>
              <a:rPr sz="1800" dirty="0">
                <a:solidFill>
                  <a:srgbClr val="FFFFFF"/>
                </a:solidFill>
                <a:latin typeface="Arial"/>
                <a:cs typeface="Arial"/>
              </a:rPr>
              <a:t>a</a:t>
            </a:r>
            <a:r>
              <a:rPr sz="1800" spc="350" dirty="0">
                <a:solidFill>
                  <a:srgbClr val="FFFFFF"/>
                </a:solidFill>
                <a:latin typeface="Arial"/>
                <a:cs typeface="Arial"/>
              </a:rPr>
              <a:t> </a:t>
            </a:r>
            <a:r>
              <a:rPr sz="1800" spc="110" dirty="0">
                <a:solidFill>
                  <a:srgbClr val="FFFFFF"/>
                </a:solidFill>
                <a:latin typeface="Arial"/>
                <a:cs typeface="Arial"/>
              </a:rPr>
              <a:t>una</a:t>
            </a:r>
            <a:r>
              <a:rPr sz="1800" spc="350" dirty="0">
                <a:solidFill>
                  <a:srgbClr val="FFFFFF"/>
                </a:solidFill>
                <a:latin typeface="Arial"/>
                <a:cs typeface="Arial"/>
              </a:rPr>
              <a:t> </a:t>
            </a:r>
            <a:r>
              <a:rPr sz="1800" spc="110" dirty="0">
                <a:solidFill>
                  <a:srgbClr val="FFFFFF"/>
                </a:solidFill>
                <a:latin typeface="Arial"/>
                <a:cs typeface="Arial"/>
              </a:rPr>
              <a:t>red</a:t>
            </a:r>
            <a:r>
              <a:rPr sz="1800" spc="355" dirty="0">
                <a:solidFill>
                  <a:srgbClr val="FFFFFF"/>
                </a:solidFill>
                <a:latin typeface="Arial"/>
                <a:cs typeface="Arial"/>
              </a:rPr>
              <a:t> </a:t>
            </a:r>
            <a:r>
              <a:rPr sz="1800" spc="85" dirty="0">
                <a:solidFill>
                  <a:srgbClr val="FFFFFF"/>
                </a:solidFill>
                <a:latin typeface="Arial"/>
                <a:cs typeface="Arial"/>
              </a:rPr>
              <a:t>wif</a:t>
            </a:r>
            <a:endParaRPr sz="180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25" dirty="0"/>
              <a:t>´Paso</a:t>
            </a:r>
            <a:r>
              <a:rPr spc="355" dirty="0"/>
              <a:t> </a:t>
            </a:r>
            <a:r>
              <a:rPr spc="70" dirty="0"/>
              <a:t>5:</a:t>
            </a:r>
            <a:r>
              <a:rPr spc="355" dirty="0"/>
              <a:t> </a:t>
            </a:r>
            <a:r>
              <a:rPr spc="145" dirty="0"/>
              <a:t>Configuración</a:t>
            </a:r>
            <a:r>
              <a:rPr spc="355" dirty="0"/>
              <a:t> </a:t>
            </a:r>
            <a:r>
              <a:rPr spc="70" dirty="0"/>
              <a:t>de</a:t>
            </a:r>
            <a:r>
              <a:rPr spc="360" dirty="0"/>
              <a:t> </a:t>
            </a:r>
            <a:r>
              <a:rPr spc="130" dirty="0"/>
              <a:t>Ubuntu</a:t>
            </a:r>
            <a:r>
              <a:rPr spc="355" dirty="0"/>
              <a:t> </a:t>
            </a:r>
            <a:r>
              <a:rPr dirty="0"/>
              <a:t>y</a:t>
            </a:r>
            <a:r>
              <a:rPr spc="355" dirty="0"/>
              <a:t> </a:t>
            </a:r>
            <a:r>
              <a:rPr spc="135" dirty="0"/>
              <a:t>instalacion</a:t>
            </a:r>
          </a:p>
        </p:txBody>
      </p:sp>
      <p:sp>
        <p:nvSpPr>
          <p:cNvPr id="3" name="object 3"/>
          <p:cNvSpPr txBox="1"/>
          <p:nvPr/>
        </p:nvSpPr>
        <p:spPr>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Calibri"/>
                <a:cs typeface="Calibri"/>
              </a:rPr>
              <a:t>03</a:t>
            </a:r>
            <a:endParaRPr sz="1800">
              <a:latin typeface="Calibri"/>
              <a:cs typeface="Calibri"/>
            </a:endParaRPr>
          </a:p>
        </p:txBody>
      </p:sp>
      <p:sp>
        <p:nvSpPr>
          <p:cNvPr id="4" name="object 4"/>
          <p:cNvSpPr txBox="1"/>
          <p:nvPr/>
        </p:nvSpPr>
        <p:spPr>
          <a:xfrm>
            <a:off x="1297939" y="7001065"/>
            <a:ext cx="6921500" cy="1397000"/>
          </a:xfrm>
          <a:prstGeom prst="rect">
            <a:avLst/>
          </a:prstGeom>
        </p:spPr>
        <p:txBody>
          <a:bodyPr vert="horz" wrap="square" lIns="0" tIns="12700" rIns="0" bIns="0" rtlCol="0">
            <a:spAutoFit/>
          </a:bodyPr>
          <a:lstStyle/>
          <a:p>
            <a:pPr marL="12700" marR="5080">
              <a:lnSpc>
                <a:spcPct val="100000"/>
              </a:lnSpc>
              <a:spcBef>
                <a:spcPts val="100"/>
              </a:spcBef>
            </a:pPr>
            <a:r>
              <a:rPr sz="1800" spc="85" dirty="0">
                <a:solidFill>
                  <a:srgbClr val="FFFFFF"/>
                </a:solidFill>
                <a:latin typeface="Arial"/>
                <a:cs typeface="Arial"/>
              </a:rPr>
              <a:t>En</a:t>
            </a:r>
            <a:r>
              <a:rPr sz="1800" spc="355" dirty="0">
                <a:solidFill>
                  <a:srgbClr val="FFFFFF"/>
                </a:solidFill>
                <a:latin typeface="Arial"/>
                <a:cs typeface="Arial"/>
              </a:rPr>
              <a:t> </a:t>
            </a:r>
            <a:r>
              <a:rPr sz="1800" spc="125" dirty="0">
                <a:solidFill>
                  <a:srgbClr val="FFFFFF"/>
                </a:solidFill>
                <a:latin typeface="Arial"/>
                <a:cs typeface="Arial"/>
              </a:rPr>
              <a:t>este</a:t>
            </a:r>
            <a:r>
              <a:rPr sz="1800" spc="355" dirty="0">
                <a:solidFill>
                  <a:srgbClr val="FFFFFF"/>
                </a:solidFill>
                <a:latin typeface="Arial"/>
                <a:cs typeface="Arial"/>
              </a:rPr>
              <a:t> </a:t>
            </a:r>
            <a:r>
              <a:rPr sz="1800" spc="145" dirty="0">
                <a:solidFill>
                  <a:srgbClr val="FFFFFF"/>
                </a:solidFill>
                <a:latin typeface="Arial"/>
                <a:cs typeface="Arial"/>
              </a:rPr>
              <a:t>apartado</a:t>
            </a:r>
            <a:r>
              <a:rPr sz="1800" spc="355" dirty="0">
                <a:solidFill>
                  <a:srgbClr val="FFFFFF"/>
                </a:solidFill>
                <a:latin typeface="Arial"/>
                <a:cs typeface="Arial"/>
              </a:rPr>
              <a:t> </a:t>
            </a:r>
            <a:r>
              <a:rPr sz="1800" spc="85" dirty="0">
                <a:solidFill>
                  <a:srgbClr val="FFFFFF"/>
                </a:solidFill>
                <a:latin typeface="Arial"/>
                <a:cs typeface="Arial"/>
              </a:rPr>
              <a:t>es</a:t>
            </a:r>
            <a:r>
              <a:rPr sz="1800" spc="355" dirty="0">
                <a:solidFill>
                  <a:srgbClr val="FFFFFF"/>
                </a:solidFill>
                <a:latin typeface="Arial"/>
                <a:cs typeface="Arial"/>
              </a:rPr>
              <a:t> </a:t>
            </a:r>
            <a:r>
              <a:rPr sz="1800" spc="150" dirty="0">
                <a:solidFill>
                  <a:srgbClr val="FFFFFF"/>
                </a:solidFill>
                <a:latin typeface="Arial"/>
                <a:cs typeface="Arial"/>
              </a:rPr>
              <a:t>importante</a:t>
            </a:r>
            <a:r>
              <a:rPr sz="1800" spc="360" dirty="0">
                <a:solidFill>
                  <a:srgbClr val="FFFFFF"/>
                </a:solidFill>
                <a:latin typeface="Arial"/>
                <a:cs typeface="Arial"/>
              </a:rPr>
              <a:t> </a:t>
            </a:r>
            <a:r>
              <a:rPr sz="1800" spc="110" dirty="0">
                <a:solidFill>
                  <a:srgbClr val="FFFFFF"/>
                </a:solidFill>
                <a:latin typeface="Arial"/>
                <a:cs typeface="Arial"/>
              </a:rPr>
              <a:t>por</a:t>
            </a:r>
            <a:r>
              <a:rPr sz="1800" spc="355" dirty="0">
                <a:solidFill>
                  <a:srgbClr val="FFFFFF"/>
                </a:solidFill>
                <a:latin typeface="Arial"/>
                <a:cs typeface="Arial"/>
              </a:rPr>
              <a:t> </a:t>
            </a:r>
            <a:r>
              <a:rPr sz="1800" spc="110" dirty="0">
                <a:solidFill>
                  <a:srgbClr val="FFFFFF"/>
                </a:solidFill>
                <a:latin typeface="Arial"/>
                <a:cs typeface="Arial"/>
              </a:rPr>
              <a:t>que</a:t>
            </a:r>
            <a:r>
              <a:rPr sz="1800" spc="355" dirty="0">
                <a:solidFill>
                  <a:srgbClr val="FFFFFF"/>
                </a:solidFill>
                <a:latin typeface="Arial"/>
                <a:cs typeface="Arial"/>
              </a:rPr>
              <a:t> </a:t>
            </a:r>
            <a:r>
              <a:rPr sz="1800" spc="80" dirty="0">
                <a:solidFill>
                  <a:srgbClr val="FFFFFF"/>
                </a:solidFill>
                <a:latin typeface="Arial"/>
                <a:cs typeface="Arial"/>
              </a:rPr>
              <a:t>si</a:t>
            </a:r>
            <a:r>
              <a:rPr sz="1800" spc="355" dirty="0">
                <a:solidFill>
                  <a:srgbClr val="FFFFFF"/>
                </a:solidFill>
                <a:latin typeface="Arial"/>
                <a:cs typeface="Arial"/>
              </a:rPr>
              <a:t> </a:t>
            </a:r>
            <a:r>
              <a:rPr sz="1800" spc="145" dirty="0">
                <a:solidFill>
                  <a:srgbClr val="FFFFFF"/>
                </a:solidFill>
                <a:latin typeface="Arial"/>
                <a:cs typeface="Arial"/>
              </a:rPr>
              <a:t>escogemos</a:t>
            </a:r>
            <a:r>
              <a:rPr sz="1800" spc="355" dirty="0">
                <a:solidFill>
                  <a:srgbClr val="FFFFFF"/>
                </a:solidFill>
                <a:latin typeface="Arial"/>
                <a:cs typeface="Arial"/>
              </a:rPr>
              <a:t> </a:t>
            </a:r>
            <a:r>
              <a:rPr sz="1800" spc="55" dirty="0">
                <a:solidFill>
                  <a:srgbClr val="FFFFFF"/>
                </a:solidFill>
                <a:latin typeface="Arial"/>
                <a:cs typeface="Arial"/>
              </a:rPr>
              <a:t>la </a:t>
            </a:r>
            <a:r>
              <a:rPr sz="1800" spc="140" dirty="0">
                <a:solidFill>
                  <a:srgbClr val="FFFFFF"/>
                </a:solidFill>
                <a:latin typeface="Arial"/>
                <a:cs typeface="Arial"/>
              </a:rPr>
              <a:t>opción</a:t>
            </a:r>
            <a:r>
              <a:rPr sz="1800" spc="365" dirty="0">
                <a:solidFill>
                  <a:srgbClr val="FFFFFF"/>
                </a:solidFill>
                <a:latin typeface="Arial"/>
                <a:cs typeface="Arial"/>
              </a:rPr>
              <a:t> </a:t>
            </a:r>
            <a:r>
              <a:rPr sz="1800" spc="85" dirty="0">
                <a:solidFill>
                  <a:srgbClr val="FFFFFF"/>
                </a:solidFill>
                <a:latin typeface="Arial"/>
                <a:cs typeface="Arial"/>
              </a:rPr>
              <a:t>de</a:t>
            </a:r>
            <a:r>
              <a:rPr sz="1800" spc="365" dirty="0">
                <a:solidFill>
                  <a:srgbClr val="FFFFFF"/>
                </a:solidFill>
                <a:latin typeface="Arial"/>
                <a:cs typeface="Arial"/>
              </a:rPr>
              <a:t> </a:t>
            </a:r>
            <a:r>
              <a:rPr sz="1800" spc="140" dirty="0">
                <a:solidFill>
                  <a:srgbClr val="FFFFFF"/>
                </a:solidFill>
                <a:latin typeface="Arial"/>
                <a:cs typeface="Arial"/>
              </a:rPr>
              <a:t>inmedio</a:t>
            </a:r>
            <a:r>
              <a:rPr sz="1800" spc="365" dirty="0">
                <a:solidFill>
                  <a:srgbClr val="FFFFFF"/>
                </a:solidFill>
                <a:latin typeface="Arial"/>
                <a:cs typeface="Arial"/>
              </a:rPr>
              <a:t> </a:t>
            </a:r>
            <a:r>
              <a:rPr sz="1800" spc="145" dirty="0">
                <a:solidFill>
                  <a:srgbClr val="FFFFFF"/>
                </a:solidFill>
                <a:latin typeface="Arial"/>
                <a:cs typeface="Arial"/>
              </a:rPr>
              <a:t>borraremos</a:t>
            </a:r>
            <a:r>
              <a:rPr sz="1800" spc="365" dirty="0">
                <a:solidFill>
                  <a:srgbClr val="FFFFFF"/>
                </a:solidFill>
                <a:latin typeface="Arial"/>
                <a:cs typeface="Arial"/>
              </a:rPr>
              <a:t> </a:t>
            </a:r>
            <a:r>
              <a:rPr sz="1800" spc="140" dirty="0">
                <a:solidFill>
                  <a:srgbClr val="FFFFFF"/>
                </a:solidFill>
                <a:latin typeface="Arial"/>
                <a:cs typeface="Arial"/>
              </a:rPr>
              <a:t>nuestro</a:t>
            </a:r>
            <a:r>
              <a:rPr sz="1800" spc="365" dirty="0">
                <a:solidFill>
                  <a:srgbClr val="FFFFFF"/>
                </a:solidFill>
                <a:latin typeface="Arial"/>
                <a:cs typeface="Arial"/>
              </a:rPr>
              <a:t> </a:t>
            </a:r>
            <a:r>
              <a:rPr sz="1800" spc="135" dirty="0">
                <a:solidFill>
                  <a:srgbClr val="FFFFFF"/>
                </a:solidFill>
                <a:latin typeface="Arial"/>
                <a:cs typeface="Arial"/>
              </a:rPr>
              <a:t>Windows</a:t>
            </a:r>
            <a:r>
              <a:rPr sz="1800" spc="355" dirty="0">
                <a:solidFill>
                  <a:srgbClr val="FFFFFF"/>
                </a:solidFill>
                <a:latin typeface="Arial"/>
                <a:cs typeface="Arial"/>
              </a:rPr>
              <a:t> </a:t>
            </a:r>
            <a:r>
              <a:rPr sz="1800" spc="125" dirty="0">
                <a:solidFill>
                  <a:srgbClr val="FFFFFF"/>
                </a:solidFill>
                <a:latin typeface="Arial"/>
                <a:cs typeface="Arial"/>
              </a:rPr>
              <a:t>pero</a:t>
            </a:r>
            <a:r>
              <a:rPr sz="1800" spc="365" dirty="0">
                <a:solidFill>
                  <a:srgbClr val="FFFFFF"/>
                </a:solidFill>
                <a:latin typeface="Arial"/>
                <a:cs typeface="Arial"/>
              </a:rPr>
              <a:t> </a:t>
            </a:r>
            <a:r>
              <a:rPr sz="1800" spc="60" dirty="0">
                <a:solidFill>
                  <a:srgbClr val="FFFFFF"/>
                </a:solidFill>
                <a:latin typeface="Arial"/>
                <a:cs typeface="Arial"/>
              </a:rPr>
              <a:t>en </a:t>
            </a:r>
            <a:r>
              <a:rPr sz="1800" spc="125" dirty="0">
                <a:solidFill>
                  <a:srgbClr val="FFFFFF"/>
                </a:solidFill>
                <a:latin typeface="Arial"/>
                <a:cs typeface="Arial"/>
              </a:rPr>
              <a:t>este</a:t>
            </a:r>
            <a:r>
              <a:rPr sz="1800" spc="355" dirty="0">
                <a:solidFill>
                  <a:srgbClr val="FFFFFF"/>
                </a:solidFill>
                <a:latin typeface="Arial"/>
                <a:cs typeface="Arial"/>
              </a:rPr>
              <a:t> </a:t>
            </a:r>
            <a:r>
              <a:rPr sz="1800" spc="125" dirty="0">
                <a:solidFill>
                  <a:srgbClr val="FFFFFF"/>
                </a:solidFill>
                <a:latin typeface="Arial"/>
                <a:cs typeface="Arial"/>
              </a:rPr>
              <a:t>caso</a:t>
            </a:r>
            <a:r>
              <a:rPr sz="1800" spc="355" dirty="0">
                <a:solidFill>
                  <a:srgbClr val="FFFFFF"/>
                </a:solidFill>
                <a:latin typeface="Arial"/>
                <a:cs typeface="Arial"/>
              </a:rPr>
              <a:t> </a:t>
            </a:r>
            <a:r>
              <a:rPr sz="1800" spc="85" dirty="0">
                <a:solidFill>
                  <a:srgbClr val="FFFFFF"/>
                </a:solidFill>
                <a:latin typeface="Arial"/>
                <a:cs typeface="Arial"/>
              </a:rPr>
              <a:t>no</a:t>
            </a:r>
            <a:r>
              <a:rPr sz="1800" spc="355" dirty="0">
                <a:solidFill>
                  <a:srgbClr val="FFFFFF"/>
                </a:solidFill>
                <a:latin typeface="Arial"/>
                <a:cs typeface="Arial"/>
              </a:rPr>
              <a:t> </a:t>
            </a:r>
            <a:r>
              <a:rPr sz="1800" spc="145" dirty="0">
                <a:solidFill>
                  <a:srgbClr val="FFFFFF"/>
                </a:solidFill>
                <a:latin typeface="Arial"/>
                <a:cs typeface="Arial"/>
              </a:rPr>
              <a:t>queremos</a:t>
            </a:r>
            <a:r>
              <a:rPr sz="1800" spc="355" dirty="0">
                <a:solidFill>
                  <a:srgbClr val="FFFFFF"/>
                </a:solidFill>
                <a:latin typeface="Arial"/>
                <a:cs typeface="Arial"/>
              </a:rPr>
              <a:t> </a:t>
            </a:r>
            <a:r>
              <a:rPr sz="1800" spc="110" dirty="0">
                <a:solidFill>
                  <a:srgbClr val="FFFFFF"/>
                </a:solidFill>
                <a:latin typeface="Arial"/>
                <a:cs typeface="Arial"/>
              </a:rPr>
              <a:t>eso</a:t>
            </a:r>
            <a:r>
              <a:rPr sz="1800" spc="355" dirty="0">
                <a:solidFill>
                  <a:srgbClr val="FFFFFF"/>
                </a:solidFill>
                <a:latin typeface="Arial"/>
                <a:cs typeface="Arial"/>
              </a:rPr>
              <a:t> </a:t>
            </a:r>
            <a:r>
              <a:rPr sz="1800" spc="145" dirty="0">
                <a:solidFill>
                  <a:srgbClr val="FFFFFF"/>
                </a:solidFill>
                <a:latin typeface="Arial"/>
                <a:cs typeface="Arial"/>
              </a:rPr>
              <a:t>entonces</a:t>
            </a:r>
            <a:r>
              <a:rPr sz="1800" spc="355" dirty="0">
                <a:solidFill>
                  <a:srgbClr val="FFFFFF"/>
                </a:solidFill>
                <a:latin typeface="Arial"/>
                <a:cs typeface="Arial"/>
              </a:rPr>
              <a:t> </a:t>
            </a:r>
            <a:r>
              <a:rPr sz="1800" spc="155" dirty="0">
                <a:solidFill>
                  <a:srgbClr val="FFFFFF"/>
                </a:solidFill>
                <a:latin typeface="Arial"/>
                <a:cs typeface="Arial"/>
              </a:rPr>
              <a:t>seleccionamos</a:t>
            </a:r>
            <a:r>
              <a:rPr sz="1800" spc="355" dirty="0">
                <a:solidFill>
                  <a:srgbClr val="FFFFFF"/>
                </a:solidFill>
                <a:latin typeface="Arial"/>
                <a:cs typeface="Arial"/>
              </a:rPr>
              <a:t> </a:t>
            </a:r>
            <a:r>
              <a:rPr sz="1800" spc="45" dirty="0">
                <a:solidFill>
                  <a:srgbClr val="FFFFFF"/>
                </a:solidFill>
                <a:latin typeface="Arial"/>
                <a:cs typeface="Arial"/>
              </a:rPr>
              <a:t>la </a:t>
            </a:r>
            <a:r>
              <a:rPr sz="1800" spc="140" dirty="0">
                <a:solidFill>
                  <a:srgbClr val="FFFFFF"/>
                </a:solidFill>
                <a:latin typeface="Arial"/>
                <a:cs typeface="Arial"/>
              </a:rPr>
              <a:t>tercera</a:t>
            </a:r>
            <a:r>
              <a:rPr sz="1800" spc="355" dirty="0">
                <a:solidFill>
                  <a:srgbClr val="FFFFFF"/>
                </a:solidFill>
                <a:latin typeface="Arial"/>
                <a:cs typeface="Arial"/>
              </a:rPr>
              <a:t> </a:t>
            </a:r>
            <a:r>
              <a:rPr sz="1800" spc="140" dirty="0">
                <a:solidFill>
                  <a:srgbClr val="FFFFFF"/>
                </a:solidFill>
                <a:latin typeface="Arial"/>
                <a:cs typeface="Arial"/>
              </a:rPr>
              <a:t>opción</a:t>
            </a:r>
            <a:r>
              <a:rPr sz="1800" spc="360" dirty="0">
                <a:solidFill>
                  <a:srgbClr val="FFFFFF"/>
                </a:solidFill>
                <a:latin typeface="Arial"/>
                <a:cs typeface="Arial"/>
              </a:rPr>
              <a:t> </a:t>
            </a:r>
            <a:r>
              <a:rPr sz="1800" spc="85" dirty="0">
                <a:solidFill>
                  <a:srgbClr val="FFFFFF"/>
                </a:solidFill>
                <a:latin typeface="Arial"/>
                <a:cs typeface="Arial"/>
              </a:rPr>
              <a:t>ya</a:t>
            </a:r>
            <a:r>
              <a:rPr sz="1800" spc="355" dirty="0">
                <a:solidFill>
                  <a:srgbClr val="FFFFFF"/>
                </a:solidFill>
                <a:latin typeface="Arial"/>
                <a:cs typeface="Arial"/>
              </a:rPr>
              <a:t> </a:t>
            </a:r>
            <a:r>
              <a:rPr sz="1800" spc="110" dirty="0">
                <a:solidFill>
                  <a:srgbClr val="FFFFFF"/>
                </a:solidFill>
                <a:latin typeface="Arial"/>
                <a:cs typeface="Arial"/>
              </a:rPr>
              <a:t>que</a:t>
            </a:r>
            <a:r>
              <a:rPr sz="1800" spc="360" dirty="0">
                <a:solidFill>
                  <a:srgbClr val="FFFFFF"/>
                </a:solidFill>
                <a:latin typeface="Arial"/>
                <a:cs typeface="Arial"/>
              </a:rPr>
              <a:t> </a:t>
            </a:r>
            <a:r>
              <a:rPr sz="1800" spc="145" dirty="0">
                <a:solidFill>
                  <a:srgbClr val="FFFFFF"/>
                </a:solidFill>
                <a:latin typeface="Arial"/>
                <a:cs typeface="Arial"/>
              </a:rPr>
              <a:t>nosotros</a:t>
            </a:r>
            <a:r>
              <a:rPr sz="1800" spc="355" dirty="0">
                <a:solidFill>
                  <a:srgbClr val="FFFFFF"/>
                </a:solidFill>
                <a:latin typeface="Arial"/>
                <a:cs typeface="Arial"/>
              </a:rPr>
              <a:t> </a:t>
            </a:r>
            <a:r>
              <a:rPr sz="1800" spc="130" dirty="0">
                <a:solidFill>
                  <a:srgbClr val="FFFFFF"/>
                </a:solidFill>
                <a:latin typeface="Arial"/>
                <a:cs typeface="Arial"/>
              </a:rPr>
              <a:t>hemos</a:t>
            </a:r>
            <a:r>
              <a:rPr sz="1800" spc="360" dirty="0">
                <a:solidFill>
                  <a:srgbClr val="FFFFFF"/>
                </a:solidFill>
                <a:latin typeface="Arial"/>
                <a:cs typeface="Arial"/>
              </a:rPr>
              <a:t> </a:t>
            </a:r>
            <a:r>
              <a:rPr sz="1800" spc="150" dirty="0">
                <a:solidFill>
                  <a:srgbClr val="FFFFFF"/>
                </a:solidFill>
                <a:latin typeface="Arial"/>
                <a:cs typeface="Arial"/>
              </a:rPr>
              <a:t>designado</a:t>
            </a:r>
            <a:r>
              <a:rPr sz="1800" spc="355" dirty="0">
                <a:solidFill>
                  <a:srgbClr val="FFFFFF"/>
                </a:solidFill>
                <a:latin typeface="Arial"/>
                <a:cs typeface="Arial"/>
              </a:rPr>
              <a:t> </a:t>
            </a:r>
            <a:r>
              <a:rPr sz="1800" spc="60" dirty="0">
                <a:solidFill>
                  <a:srgbClr val="FFFFFF"/>
                </a:solidFill>
                <a:latin typeface="Arial"/>
                <a:cs typeface="Arial"/>
              </a:rPr>
              <a:t>de </a:t>
            </a:r>
            <a:r>
              <a:rPr sz="1800" spc="130" dirty="0">
                <a:solidFill>
                  <a:srgbClr val="FFFFFF"/>
                </a:solidFill>
                <a:latin typeface="Arial"/>
                <a:cs typeface="Arial"/>
              </a:rPr>
              <a:t>forma</a:t>
            </a:r>
            <a:r>
              <a:rPr sz="1800" spc="350" dirty="0">
                <a:solidFill>
                  <a:srgbClr val="FFFFFF"/>
                </a:solidFill>
                <a:latin typeface="Arial"/>
                <a:cs typeface="Arial"/>
              </a:rPr>
              <a:t> </a:t>
            </a:r>
            <a:r>
              <a:rPr sz="1800" spc="135" dirty="0">
                <a:solidFill>
                  <a:srgbClr val="FFFFFF"/>
                </a:solidFill>
                <a:latin typeface="Arial"/>
                <a:cs typeface="Arial"/>
              </a:rPr>
              <a:t>manual</a:t>
            </a:r>
            <a:r>
              <a:rPr sz="1800" spc="355" dirty="0">
                <a:solidFill>
                  <a:srgbClr val="FFFFFF"/>
                </a:solidFill>
                <a:latin typeface="Arial"/>
                <a:cs typeface="Arial"/>
              </a:rPr>
              <a:t> </a:t>
            </a:r>
            <a:r>
              <a:rPr sz="1800" spc="80" dirty="0">
                <a:solidFill>
                  <a:srgbClr val="FFFFFF"/>
                </a:solidFill>
                <a:latin typeface="Arial"/>
                <a:cs typeface="Arial"/>
              </a:rPr>
              <a:t>el</a:t>
            </a:r>
            <a:r>
              <a:rPr sz="1800" spc="355" dirty="0">
                <a:solidFill>
                  <a:srgbClr val="FFFFFF"/>
                </a:solidFill>
                <a:latin typeface="Arial"/>
                <a:cs typeface="Arial"/>
              </a:rPr>
              <a:t> </a:t>
            </a:r>
            <a:r>
              <a:rPr sz="1800" spc="145" dirty="0">
                <a:solidFill>
                  <a:srgbClr val="FFFFFF"/>
                </a:solidFill>
                <a:latin typeface="Arial"/>
                <a:cs typeface="Arial"/>
              </a:rPr>
              <a:t>espacio</a:t>
            </a:r>
            <a:r>
              <a:rPr sz="1800" spc="350" dirty="0">
                <a:solidFill>
                  <a:srgbClr val="FFFFFF"/>
                </a:solidFill>
                <a:latin typeface="Arial"/>
                <a:cs typeface="Arial"/>
              </a:rPr>
              <a:t> </a:t>
            </a:r>
            <a:r>
              <a:rPr sz="1800" spc="135" dirty="0">
                <a:solidFill>
                  <a:srgbClr val="FFFFFF"/>
                </a:solidFill>
                <a:latin typeface="Arial"/>
                <a:cs typeface="Arial"/>
              </a:rPr>
              <a:t>donde</a:t>
            </a:r>
            <a:r>
              <a:rPr sz="1800" spc="355" dirty="0">
                <a:solidFill>
                  <a:srgbClr val="FFFFFF"/>
                </a:solidFill>
                <a:latin typeface="Arial"/>
                <a:cs typeface="Arial"/>
              </a:rPr>
              <a:t> </a:t>
            </a:r>
            <a:r>
              <a:rPr sz="1800" spc="140" dirty="0">
                <a:solidFill>
                  <a:srgbClr val="FFFFFF"/>
                </a:solidFill>
                <a:latin typeface="Arial"/>
                <a:cs typeface="Arial"/>
              </a:rPr>
              <a:t>instalaremos</a:t>
            </a:r>
            <a:endParaRPr sz="1800">
              <a:latin typeface="Arial"/>
              <a:cs typeface="Arial"/>
            </a:endParaRPr>
          </a:p>
        </p:txBody>
      </p:sp>
      <p:sp>
        <p:nvSpPr>
          <p:cNvPr id="5" name="object 5"/>
          <p:cNvSpPr txBox="1"/>
          <p:nvPr/>
        </p:nvSpPr>
        <p:spPr>
          <a:xfrm>
            <a:off x="10757128" y="7223874"/>
            <a:ext cx="6137910" cy="1122680"/>
          </a:xfrm>
          <a:prstGeom prst="rect">
            <a:avLst/>
          </a:prstGeom>
        </p:spPr>
        <p:txBody>
          <a:bodyPr vert="horz" wrap="square" lIns="0" tIns="12700" rIns="0" bIns="0" rtlCol="0">
            <a:spAutoFit/>
          </a:bodyPr>
          <a:lstStyle/>
          <a:p>
            <a:pPr marL="12700" marR="5080">
              <a:lnSpc>
                <a:spcPct val="100000"/>
              </a:lnSpc>
              <a:spcBef>
                <a:spcPts val="100"/>
              </a:spcBef>
            </a:pPr>
            <a:r>
              <a:rPr sz="1800" spc="110" dirty="0">
                <a:solidFill>
                  <a:srgbClr val="FFFFFF"/>
                </a:solidFill>
                <a:latin typeface="Arial"/>
                <a:cs typeface="Arial"/>
              </a:rPr>
              <a:t>Aca</a:t>
            </a:r>
            <a:r>
              <a:rPr sz="1800" spc="355" dirty="0">
                <a:solidFill>
                  <a:srgbClr val="FFFFFF"/>
                </a:solidFill>
                <a:latin typeface="Arial"/>
                <a:cs typeface="Arial"/>
              </a:rPr>
              <a:t> </a:t>
            </a:r>
            <a:r>
              <a:rPr sz="1800" spc="110" dirty="0">
                <a:solidFill>
                  <a:srgbClr val="FFFFFF"/>
                </a:solidFill>
                <a:latin typeface="Arial"/>
                <a:cs typeface="Arial"/>
              </a:rPr>
              <a:t>nos</a:t>
            </a:r>
            <a:r>
              <a:rPr sz="1800" spc="360" dirty="0">
                <a:solidFill>
                  <a:srgbClr val="FFFFFF"/>
                </a:solidFill>
                <a:latin typeface="Arial"/>
                <a:cs typeface="Arial"/>
              </a:rPr>
              <a:t> </a:t>
            </a:r>
            <a:r>
              <a:rPr sz="1800" spc="140" dirty="0">
                <a:solidFill>
                  <a:srgbClr val="FFFFFF"/>
                </a:solidFill>
                <a:latin typeface="Arial"/>
                <a:cs typeface="Arial"/>
              </a:rPr>
              <a:t>aparece</a:t>
            </a:r>
            <a:r>
              <a:rPr sz="1800" spc="355" dirty="0">
                <a:solidFill>
                  <a:srgbClr val="FFFFFF"/>
                </a:solidFill>
                <a:latin typeface="Arial"/>
                <a:cs typeface="Arial"/>
              </a:rPr>
              <a:t> </a:t>
            </a:r>
            <a:r>
              <a:rPr sz="1800" spc="110" dirty="0">
                <a:solidFill>
                  <a:srgbClr val="FFFFFF"/>
                </a:solidFill>
                <a:latin typeface="Arial"/>
                <a:cs typeface="Arial"/>
              </a:rPr>
              <a:t>los</a:t>
            </a:r>
            <a:r>
              <a:rPr sz="1800" spc="360" dirty="0">
                <a:solidFill>
                  <a:srgbClr val="FFFFFF"/>
                </a:solidFill>
                <a:latin typeface="Arial"/>
                <a:cs typeface="Arial"/>
              </a:rPr>
              <a:t> </a:t>
            </a:r>
            <a:r>
              <a:rPr sz="1800" spc="140" dirty="0">
                <a:solidFill>
                  <a:srgbClr val="FFFFFF"/>
                </a:solidFill>
                <a:latin typeface="Arial"/>
                <a:cs typeface="Arial"/>
              </a:rPr>
              <a:t>discos</a:t>
            </a:r>
            <a:r>
              <a:rPr sz="1800" spc="355" dirty="0">
                <a:solidFill>
                  <a:srgbClr val="FFFFFF"/>
                </a:solidFill>
                <a:latin typeface="Arial"/>
                <a:cs typeface="Arial"/>
              </a:rPr>
              <a:t> </a:t>
            </a:r>
            <a:r>
              <a:rPr sz="1800" spc="110" dirty="0">
                <a:solidFill>
                  <a:srgbClr val="FFFFFF"/>
                </a:solidFill>
                <a:latin typeface="Arial"/>
                <a:cs typeface="Arial"/>
              </a:rPr>
              <a:t>que</a:t>
            </a:r>
            <a:r>
              <a:rPr sz="1800" spc="360" dirty="0">
                <a:solidFill>
                  <a:srgbClr val="FFFFFF"/>
                </a:solidFill>
                <a:latin typeface="Arial"/>
                <a:cs typeface="Arial"/>
              </a:rPr>
              <a:t> </a:t>
            </a:r>
            <a:r>
              <a:rPr sz="1800" spc="130" dirty="0">
                <a:solidFill>
                  <a:srgbClr val="FFFFFF"/>
                </a:solidFill>
                <a:latin typeface="Arial"/>
                <a:cs typeface="Arial"/>
              </a:rPr>
              <a:t>tenemos </a:t>
            </a:r>
            <a:r>
              <a:rPr sz="1800" spc="150" dirty="0">
                <a:solidFill>
                  <a:srgbClr val="FFFFFF"/>
                </a:solidFill>
                <a:latin typeface="Arial"/>
                <a:cs typeface="Arial"/>
              </a:rPr>
              <a:t>disponibles</a:t>
            </a:r>
            <a:r>
              <a:rPr sz="1800" spc="355" dirty="0">
                <a:solidFill>
                  <a:srgbClr val="FFFFFF"/>
                </a:solidFill>
                <a:latin typeface="Arial"/>
                <a:cs typeface="Arial"/>
              </a:rPr>
              <a:t> </a:t>
            </a:r>
            <a:r>
              <a:rPr sz="1800" dirty="0">
                <a:solidFill>
                  <a:srgbClr val="FFFFFF"/>
                </a:solidFill>
                <a:latin typeface="Arial"/>
                <a:cs typeface="Arial"/>
              </a:rPr>
              <a:t>y</a:t>
            </a:r>
            <a:r>
              <a:rPr sz="1800" spc="370" dirty="0">
                <a:solidFill>
                  <a:srgbClr val="FFFFFF"/>
                </a:solidFill>
                <a:latin typeface="Arial"/>
                <a:cs typeface="Arial"/>
              </a:rPr>
              <a:t> </a:t>
            </a:r>
            <a:r>
              <a:rPr sz="1800" spc="110" dirty="0">
                <a:solidFill>
                  <a:srgbClr val="FFFFFF"/>
                </a:solidFill>
                <a:latin typeface="Arial"/>
                <a:cs typeface="Arial"/>
              </a:rPr>
              <a:t>las</a:t>
            </a:r>
            <a:r>
              <a:rPr sz="1800" spc="365" dirty="0">
                <a:solidFill>
                  <a:srgbClr val="FFFFFF"/>
                </a:solidFill>
                <a:latin typeface="Arial"/>
                <a:cs typeface="Arial"/>
              </a:rPr>
              <a:t> </a:t>
            </a:r>
            <a:r>
              <a:rPr sz="1800" spc="150" dirty="0">
                <a:solidFill>
                  <a:srgbClr val="FFFFFF"/>
                </a:solidFill>
                <a:latin typeface="Arial"/>
                <a:cs typeface="Arial"/>
              </a:rPr>
              <a:t>particiones</a:t>
            </a:r>
            <a:r>
              <a:rPr sz="1800" spc="370" dirty="0">
                <a:solidFill>
                  <a:srgbClr val="FFFFFF"/>
                </a:solidFill>
                <a:latin typeface="Arial"/>
                <a:cs typeface="Arial"/>
              </a:rPr>
              <a:t> </a:t>
            </a:r>
            <a:r>
              <a:rPr sz="1800" spc="145" dirty="0">
                <a:solidFill>
                  <a:srgbClr val="FFFFFF"/>
                </a:solidFill>
                <a:latin typeface="Arial"/>
                <a:cs typeface="Arial"/>
              </a:rPr>
              <a:t>entonces</a:t>
            </a:r>
            <a:r>
              <a:rPr sz="1800" spc="365" dirty="0">
                <a:solidFill>
                  <a:srgbClr val="FFFFFF"/>
                </a:solidFill>
                <a:latin typeface="Arial"/>
                <a:cs typeface="Arial"/>
              </a:rPr>
              <a:t> </a:t>
            </a:r>
            <a:r>
              <a:rPr sz="1800" spc="140" dirty="0">
                <a:solidFill>
                  <a:srgbClr val="FFFFFF"/>
                </a:solidFill>
                <a:latin typeface="Arial"/>
                <a:cs typeface="Arial"/>
              </a:rPr>
              <a:t>usacmos</a:t>
            </a:r>
            <a:r>
              <a:rPr sz="1800" spc="370" dirty="0">
                <a:solidFill>
                  <a:srgbClr val="FFFFFF"/>
                </a:solidFill>
                <a:latin typeface="Arial"/>
                <a:cs typeface="Arial"/>
              </a:rPr>
              <a:t> </a:t>
            </a:r>
            <a:r>
              <a:rPr sz="1800" spc="55" dirty="0">
                <a:solidFill>
                  <a:srgbClr val="FFFFFF"/>
                </a:solidFill>
                <a:latin typeface="Arial"/>
                <a:cs typeface="Arial"/>
              </a:rPr>
              <a:t>la </a:t>
            </a:r>
            <a:r>
              <a:rPr sz="1800" spc="145" dirty="0">
                <a:solidFill>
                  <a:srgbClr val="FFFFFF"/>
                </a:solidFill>
                <a:latin typeface="Arial"/>
                <a:cs typeface="Arial"/>
              </a:rPr>
              <a:t>partición</a:t>
            </a:r>
            <a:r>
              <a:rPr sz="1800" spc="360" dirty="0">
                <a:solidFill>
                  <a:srgbClr val="FFFFFF"/>
                </a:solidFill>
                <a:latin typeface="Arial"/>
                <a:cs typeface="Arial"/>
              </a:rPr>
              <a:t> </a:t>
            </a:r>
            <a:r>
              <a:rPr sz="1800" spc="110" dirty="0">
                <a:solidFill>
                  <a:srgbClr val="FFFFFF"/>
                </a:solidFill>
                <a:latin typeface="Arial"/>
                <a:cs typeface="Arial"/>
              </a:rPr>
              <a:t>que</a:t>
            </a:r>
            <a:r>
              <a:rPr sz="1800" spc="365" dirty="0">
                <a:solidFill>
                  <a:srgbClr val="FFFFFF"/>
                </a:solidFill>
                <a:latin typeface="Arial"/>
                <a:cs typeface="Arial"/>
              </a:rPr>
              <a:t> </a:t>
            </a:r>
            <a:r>
              <a:rPr sz="1800" spc="140" dirty="0">
                <a:solidFill>
                  <a:srgbClr val="FFFFFF"/>
                </a:solidFill>
                <a:latin typeface="Arial"/>
                <a:cs typeface="Arial"/>
              </a:rPr>
              <a:t>hicimos</a:t>
            </a:r>
            <a:r>
              <a:rPr sz="1800" spc="365" dirty="0">
                <a:solidFill>
                  <a:srgbClr val="FFFFFF"/>
                </a:solidFill>
                <a:latin typeface="Arial"/>
                <a:cs typeface="Arial"/>
              </a:rPr>
              <a:t> </a:t>
            </a:r>
            <a:r>
              <a:rPr sz="1800" spc="-10" dirty="0">
                <a:solidFill>
                  <a:srgbClr val="FFFFFF"/>
                </a:solidFill>
                <a:latin typeface="Arial"/>
                <a:cs typeface="Arial"/>
              </a:rPr>
              <a:t>l</a:t>
            </a:r>
            <a:r>
              <a:rPr sz="1800" spc="-325" dirty="0">
                <a:solidFill>
                  <a:srgbClr val="FFFFFF"/>
                </a:solidFill>
                <a:latin typeface="Arial"/>
                <a:cs typeface="Arial"/>
              </a:rPr>
              <a:t> </a:t>
            </a:r>
            <a:r>
              <a:rPr sz="1800" spc="135" dirty="0">
                <a:solidFill>
                  <a:srgbClr val="FFFFFF"/>
                </a:solidFill>
                <a:latin typeface="Arial"/>
                <a:cs typeface="Arial"/>
              </a:rPr>
              <a:t>lamado</a:t>
            </a:r>
            <a:r>
              <a:rPr sz="1800" spc="360" dirty="0">
                <a:solidFill>
                  <a:srgbClr val="FFFFFF"/>
                </a:solidFill>
                <a:latin typeface="Arial"/>
                <a:cs typeface="Arial"/>
              </a:rPr>
              <a:t> </a:t>
            </a:r>
            <a:r>
              <a:rPr sz="1800" spc="145" dirty="0">
                <a:solidFill>
                  <a:srgbClr val="FFFFFF"/>
                </a:solidFill>
                <a:latin typeface="Arial"/>
                <a:cs typeface="Arial"/>
              </a:rPr>
              <a:t>espacio</a:t>
            </a:r>
            <a:r>
              <a:rPr sz="1800" spc="365" dirty="0">
                <a:solidFill>
                  <a:srgbClr val="FFFFFF"/>
                </a:solidFill>
                <a:latin typeface="Arial"/>
                <a:cs typeface="Arial"/>
              </a:rPr>
              <a:t> </a:t>
            </a:r>
            <a:r>
              <a:rPr sz="1800" spc="-10" dirty="0">
                <a:solidFill>
                  <a:srgbClr val="FFFFFF"/>
                </a:solidFill>
                <a:latin typeface="Arial"/>
                <a:cs typeface="Arial"/>
              </a:rPr>
              <a:t>l</a:t>
            </a:r>
            <a:r>
              <a:rPr sz="1800" spc="-325" dirty="0">
                <a:solidFill>
                  <a:srgbClr val="FFFFFF"/>
                </a:solidFill>
                <a:latin typeface="Arial"/>
                <a:cs typeface="Arial"/>
              </a:rPr>
              <a:t> </a:t>
            </a:r>
            <a:r>
              <a:rPr sz="1800" spc="105" dirty="0">
                <a:solidFill>
                  <a:srgbClr val="FFFFFF"/>
                </a:solidFill>
                <a:latin typeface="Arial"/>
                <a:cs typeface="Arial"/>
              </a:rPr>
              <a:t>ibre </a:t>
            </a:r>
            <a:r>
              <a:rPr sz="1800" spc="155" dirty="0">
                <a:solidFill>
                  <a:srgbClr val="FFFFFF"/>
                </a:solidFill>
                <a:latin typeface="Arial"/>
                <a:cs typeface="Arial"/>
              </a:rPr>
              <a:t>seleccionamos</a:t>
            </a:r>
            <a:r>
              <a:rPr sz="1800" spc="340"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30" dirty="0">
                <a:solidFill>
                  <a:srgbClr val="FFFFFF"/>
                </a:solidFill>
                <a:latin typeface="Arial"/>
                <a:cs typeface="Arial"/>
              </a:rPr>
              <a:t>damos</a:t>
            </a:r>
            <a:r>
              <a:rPr sz="1800" spc="350" dirty="0">
                <a:solidFill>
                  <a:srgbClr val="FFFFFF"/>
                </a:solidFill>
                <a:latin typeface="Arial"/>
                <a:cs typeface="Arial"/>
              </a:rPr>
              <a:t> </a:t>
            </a:r>
            <a:r>
              <a:rPr sz="1800" spc="130" dirty="0">
                <a:solidFill>
                  <a:srgbClr val="FFFFFF"/>
                </a:solidFill>
                <a:latin typeface="Arial"/>
                <a:cs typeface="Arial"/>
              </a:rPr>
              <a:t>clisk</a:t>
            </a:r>
            <a:r>
              <a:rPr sz="1800" spc="355" dirty="0">
                <a:solidFill>
                  <a:srgbClr val="FFFFFF"/>
                </a:solidFill>
                <a:latin typeface="Arial"/>
                <a:cs typeface="Arial"/>
              </a:rPr>
              <a:t> </a:t>
            </a:r>
            <a:r>
              <a:rPr sz="1800" spc="85" dirty="0">
                <a:solidFill>
                  <a:srgbClr val="FFFFFF"/>
                </a:solidFill>
                <a:latin typeface="Arial"/>
                <a:cs typeface="Arial"/>
              </a:rPr>
              <a:t>en</a:t>
            </a:r>
            <a:r>
              <a:rPr sz="1800" spc="350" dirty="0">
                <a:solidFill>
                  <a:srgbClr val="FFFFFF"/>
                </a:solidFill>
                <a:latin typeface="Arial"/>
                <a:cs typeface="Arial"/>
              </a:rPr>
              <a:t> </a:t>
            </a:r>
            <a:r>
              <a:rPr sz="1800" spc="80" dirty="0">
                <a:solidFill>
                  <a:srgbClr val="FFFFFF"/>
                </a:solidFill>
                <a:latin typeface="Arial"/>
                <a:cs typeface="Arial"/>
              </a:rPr>
              <a:t>el</a:t>
            </a:r>
            <a:r>
              <a:rPr sz="1800" spc="355" dirty="0">
                <a:solidFill>
                  <a:srgbClr val="FFFFFF"/>
                </a:solidFill>
                <a:latin typeface="Arial"/>
                <a:cs typeface="Arial"/>
              </a:rPr>
              <a:t> </a:t>
            </a:r>
            <a:r>
              <a:rPr sz="1800" spc="-50" dirty="0">
                <a:solidFill>
                  <a:srgbClr val="FFFFFF"/>
                </a:solidFill>
                <a:latin typeface="Arial"/>
                <a:cs typeface="Arial"/>
              </a:rPr>
              <a:t>+</a:t>
            </a:r>
            <a:endParaRPr sz="1800">
              <a:latin typeface="Arial"/>
              <a:cs typeface="Arial"/>
            </a:endParaRPr>
          </a:p>
        </p:txBody>
      </p:sp>
      <p:pic>
        <p:nvPicPr>
          <p:cNvPr id="6" name="object 6"/>
          <p:cNvPicPr/>
          <p:nvPr/>
        </p:nvPicPr>
        <p:blipFill>
          <a:blip r:embed="rId2" cstate="print"/>
          <a:stretch>
            <a:fillRect/>
          </a:stretch>
        </p:blipFill>
        <p:spPr>
          <a:xfrm>
            <a:off x="554696" y="2324100"/>
            <a:ext cx="7826502" cy="4094734"/>
          </a:xfrm>
          <a:prstGeom prst="rect">
            <a:avLst/>
          </a:prstGeom>
        </p:spPr>
      </p:pic>
      <p:pic>
        <p:nvPicPr>
          <p:cNvPr id="7" name="object 7"/>
          <p:cNvPicPr/>
          <p:nvPr/>
        </p:nvPicPr>
        <p:blipFill>
          <a:blip r:embed="rId3" cstate="print"/>
          <a:stretch>
            <a:fillRect/>
          </a:stretch>
        </p:blipFill>
        <p:spPr>
          <a:xfrm>
            <a:off x="10023399" y="2541625"/>
            <a:ext cx="7442542" cy="38980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25" dirty="0"/>
              <a:t>´Paso</a:t>
            </a:r>
            <a:r>
              <a:rPr spc="355" dirty="0"/>
              <a:t> </a:t>
            </a:r>
            <a:r>
              <a:rPr spc="70" dirty="0"/>
              <a:t>5:</a:t>
            </a:r>
            <a:r>
              <a:rPr spc="355" dirty="0"/>
              <a:t> </a:t>
            </a:r>
            <a:r>
              <a:rPr spc="145" dirty="0"/>
              <a:t>Configuración</a:t>
            </a:r>
            <a:r>
              <a:rPr spc="355" dirty="0"/>
              <a:t> </a:t>
            </a:r>
            <a:r>
              <a:rPr spc="70" dirty="0"/>
              <a:t>de</a:t>
            </a:r>
            <a:r>
              <a:rPr spc="360" dirty="0"/>
              <a:t> </a:t>
            </a:r>
            <a:r>
              <a:rPr spc="130" dirty="0"/>
              <a:t>Ubuntu</a:t>
            </a:r>
            <a:r>
              <a:rPr spc="355" dirty="0"/>
              <a:t> </a:t>
            </a:r>
            <a:r>
              <a:rPr dirty="0"/>
              <a:t>y</a:t>
            </a:r>
            <a:r>
              <a:rPr spc="355" dirty="0"/>
              <a:t> </a:t>
            </a:r>
            <a:r>
              <a:rPr spc="135" dirty="0"/>
              <a:t>instalacion</a:t>
            </a:r>
          </a:p>
        </p:txBody>
      </p:sp>
      <p:sp>
        <p:nvSpPr>
          <p:cNvPr id="3" name="object 3"/>
          <p:cNvSpPr txBox="1"/>
          <p:nvPr/>
        </p:nvSpPr>
        <p:spPr>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Calibri"/>
                <a:cs typeface="Calibri"/>
              </a:rPr>
              <a:t>03</a:t>
            </a:r>
            <a:endParaRPr sz="1800">
              <a:latin typeface="Calibri"/>
              <a:cs typeface="Calibri"/>
            </a:endParaRPr>
          </a:p>
        </p:txBody>
      </p:sp>
      <p:sp>
        <p:nvSpPr>
          <p:cNvPr id="4" name="object 4"/>
          <p:cNvSpPr txBox="1"/>
          <p:nvPr/>
        </p:nvSpPr>
        <p:spPr>
          <a:xfrm>
            <a:off x="984914" y="7223874"/>
            <a:ext cx="6299200" cy="84836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a:cs typeface="Arial"/>
              </a:rPr>
              <a:t>A</a:t>
            </a:r>
            <a:r>
              <a:rPr sz="1800" spc="350" dirty="0">
                <a:solidFill>
                  <a:srgbClr val="FFFFFF"/>
                </a:solidFill>
                <a:latin typeface="Arial"/>
                <a:cs typeface="Arial"/>
              </a:rPr>
              <a:t> </a:t>
            </a:r>
            <a:r>
              <a:rPr sz="1800" spc="80" dirty="0">
                <a:solidFill>
                  <a:srgbClr val="FFFFFF"/>
                </a:solidFill>
                <a:latin typeface="Arial"/>
                <a:cs typeface="Arial"/>
              </a:rPr>
              <a:t>la</a:t>
            </a:r>
            <a:r>
              <a:rPr sz="1800" spc="355" dirty="0">
                <a:solidFill>
                  <a:srgbClr val="FFFFFF"/>
                </a:solidFill>
                <a:latin typeface="Arial"/>
                <a:cs typeface="Arial"/>
              </a:rPr>
              <a:t> </a:t>
            </a:r>
            <a:r>
              <a:rPr sz="1800" spc="140" dirty="0">
                <a:solidFill>
                  <a:srgbClr val="FFFFFF"/>
                </a:solidFill>
                <a:latin typeface="Arial"/>
                <a:cs typeface="Arial"/>
              </a:rPr>
              <a:t>primera</a:t>
            </a:r>
            <a:r>
              <a:rPr sz="1800" spc="350" dirty="0">
                <a:solidFill>
                  <a:srgbClr val="FFFFFF"/>
                </a:solidFill>
                <a:latin typeface="Arial"/>
                <a:cs typeface="Arial"/>
              </a:rPr>
              <a:t> </a:t>
            </a:r>
            <a:r>
              <a:rPr sz="1800" spc="145" dirty="0">
                <a:solidFill>
                  <a:srgbClr val="FFFFFF"/>
                </a:solidFill>
                <a:latin typeface="Arial"/>
                <a:cs typeface="Arial"/>
              </a:rPr>
              <a:t>partcion</a:t>
            </a:r>
            <a:r>
              <a:rPr sz="1800" spc="355" dirty="0">
                <a:solidFill>
                  <a:srgbClr val="FFFFFF"/>
                </a:solidFill>
                <a:latin typeface="Arial"/>
                <a:cs typeface="Arial"/>
              </a:rPr>
              <a:t> </a:t>
            </a:r>
            <a:r>
              <a:rPr sz="1800" spc="80" dirty="0">
                <a:solidFill>
                  <a:srgbClr val="FFFFFF"/>
                </a:solidFill>
                <a:latin typeface="Arial"/>
                <a:cs typeface="Arial"/>
              </a:rPr>
              <a:t>le</a:t>
            </a:r>
            <a:r>
              <a:rPr sz="1800" spc="350" dirty="0">
                <a:solidFill>
                  <a:srgbClr val="FFFFFF"/>
                </a:solidFill>
                <a:latin typeface="Arial"/>
                <a:cs typeface="Arial"/>
              </a:rPr>
              <a:t> </a:t>
            </a:r>
            <a:r>
              <a:rPr sz="1800" spc="150" dirty="0">
                <a:solidFill>
                  <a:srgbClr val="FFFFFF"/>
                </a:solidFill>
                <a:latin typeface="Arial"/>
                <a:cs typeface="Arial"/>
              </a:rPr>
              <a:t>agregaremos</a:t>
            </a:r>
            <a:r>
              <a:rPr sz="1800" spc="355" dirty="0">
                <a:solidFill>
                  <a:srgbClr val="FFFFFF"/>
                </a:solidFill>
                <a:latin typeface="Arial"/>
                <a:cs typeface="Arial"/>
              </a:rPr>
              <a:t> </a:t>
            </a:r>
            <a:r>
              <a:rPr sz="1800" spc="135" dirty="0">
                <a:solidFill>
                  <a:srgbClr val="FFFFFF"/>
                </a:solidFill>
                <a:latin typeface="Arial"/>
                <a:cs typeface="Arial"/>
              </a:rPr>
              <a:t>20000</a:t>
            </a:r>
            <a:r>
              <a:rPr sz="1800" spc="350" dirty="0">
                <a:solidFill>
                  <a:srgbClr val="FFFFFF"/>
                </a:solidFill>
                <a:latin typeface="Arial"/>
                <a:cs typeface="Arial"/>
              </a:rPr>
              <a:t> </a:t>
            </a:r>
            <a:r>
              <a:rPr sz="1800" spc="85" dirty="0">
                <a:solidFill>
                  <a:srgbClr val="FFFFFF"/>
                </a:solidFill>
                <a:latin typeface="Arial"/>
                <a:cs typeface="Arial"/>
              </a:rPr>
              <a:t>gb</a:t>
            </a:r>
            <a:r>
              <a:rPr sz="1800" spc="355" dirty="0">
                <a:solidFill>
                  <a:srgbClr val="FFFFFF"/>
                </a:solidFill>
                <a:latin typeface="Arial"/>
                <a:cs typeface="Arial"/>
              </a:rPr>
              <a:t> </a:t>
            </a:r>
            <a:r>
              <a:rPr sz="1800" dirty="0">
                <a:solidFill>
                  <a:srgbClr val="FFFFFF"/>
                </a:solidFill>
                <a:latin typeface="Arial"/>
                <a:cs typeface="Arial"/>
              </a:rPr>
              <a:t>y</a:t>
            </a:r>
            <a:r>
              <a:rPr sz="1800" spc="350" dirty="0">
                <a:solidFill>
                  <a:srgbClr val="FFFFFF"/>
                </a:solidFill>
                <a:latin typeface="Arial"/>
                <a:cs typeface="Arial"/>
              </a:rPr>
              <a:t> </a:t>
            </a:r>
            <a:r>
              <a:rPr sz="1800" spc="55" dirty="0">
                <a:solidFill>
                  <a:srgbClr val="FFFFFF"/>
                </a:solidFill>
                <a:latin typeface="Arial"/>
                <a:cs typeface="Arial"/>
              </a:rPr>
              <a:t>le </a:t>
            </a:r>
            <a:r>
              <a:rPr sz="1800" spc="145" dirty="0">
                <a:solidFill>
                  <a:srgbClr val="FFFFFF"/>
                </a:solidFill>
                <a:latin typeface="Arial"/>
                <a:cs typeface="Arial"/>
              </a:rPr>
              <a:t>colocamos</a:t>
            </a:r>
            <a:r>
              <a:rPr sz="1800" spc="355" dirty="0">
                <a:solidFill>
                  <a:srgbClr val="FFFFFF"/>
                </a:solidFill>
                <a:latin typeface="Arial"/>
                <a:cs typeface="Arial"/>
              </a:rPr>
              <a:t> </a:t>
            </a:r>
            <a:r>
              <a:rPr sz="1800" spc="105" dirty="0">
                <a:solidFill>
                  <a:srgbClr val="FFFFFF"/>
                </a:solidFill>
                <a:latin typeface="Arial"/>
                <a:cs typeface="Arial"/>
              </a:rPr>
              <a:t>EXT</a:t>
            </a:r>
            <a:r>
              <a:rPr sz="1800" spc="-330" dirty="0">
                <a:solidFill>
                  <a:srgbClr val="FFFFFF"/>
                </a:solidFill>
                <a:latin typeface="Arial"/>
                <a:cs typeface="Arial"/>
              </a:rPr>
              <a:t> </a:t>
            </a:r>
            <a:r>
              <a:rPr sz="1800" dirty="0">
                <a:solidFill>
                  <a:srgbClr val="FFFFFF"/>
                </a:solidFill>
                <a:latin typeface="Arial"/>
                <a:cs typeface="Arial"/>
              </a:rPr>
              <a:t>4</a:t>
            </a:r>
            <a:r>
              <a:rPr sz="1800" spc="360"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55" dirty="0">
                <a:solidFill>
                  <a:srgbClr val="FFFFFF"/>
                </a:solidFill>
                <a:latin typeface="Arial"/>
                <a:cs typeface="Arial"/>
              </a:rPr>
              <a:t>seleccionamos</a:t>
            </a:r>
            <a:r>
              <a:rPr sz="1800" spc="360" dirty="0">
                <a:solidFill>
                  <a:srgbClr val="FFFFFF"/>
                </a:solidFill>
                <a:latin typeface="Arial"/>
                <a:cs typeface="Arial"/>
              </a:rPr>
              <a:t> </a:t>
            </a:r>
            <a:r>
              <a:rPr sz="1800" spc="80" dirty="0">
                <a:solidFill>
                  <a:srgbClr val="FFFFFF"/>
                </a:solidFill>
                <a:latin typeface="Arial"/>
                <a:cs typeface="Arial"/>
              </a:rPr>
              <a:t>la</a:t>
            </a:r>
            <a:r>
              <a:rPr sz="1800" spc="355" dirty="0">
                <a:solidFill>
                  <a:srgbClr val="FFFFFF"/>
                </a:solidFill>
                <a:latin typeface="Arial"/>
                <a:cs typeface="Arial"/>
              </a:rPr>
              <a:t> </a:t>
            </a:r>
            <a:r>
              <a:rPr sz="1800" spc="130" dirty="0">
                <a:solidFill>
                  <a:srgbClr val="FFFFFF"/>
                </a:solidFill>
                <a:latin typeface="Arial"/>
                <a:cs typeface="Arial"/>
              </a:rPr>
              <a:t>barra</a:t>
            </a:r>
            <a:r>
              <a:rPr sz="1800" spc="360" dirty="0">
                <a:solidFill>
                  <a:srgbClr val="FFFFFF"/>
                </a:solidFill>
                <a:latin typeface="Arial"/>
                <a:cs typeface="Arial"/>
              </a:rPr>
              <a:t> </a:t>
            </a:r>
            <a:r>
              <a:rPr sz="1800" spc="85" dirty="0">
                <a:solidFill>
                  <a:srgbClr val="FFFFFF"/>
                </a:solidFill>
                <a:latin typeface="Arial"/>
                <a:cs typeface="Arial"/>
              </a:rPr>
              <a:t>que </a:t>
            </a:r>
            <a:r>
              <a:rPr sz="1800" spc="150" dirty="0">
                <a:solidFill>
                  <a:srgbClr val="FFFFFF"/>
                </a:solidFill>
                <a:latin typeface="Arial"/>
                <a:cs typeface="Arial"/>
              </a:rPr>
              <a:t>representa</a:t>
            </a:r>
            <a:r>
              <a:rPr sz="1800" spc="355" dirty="0">
                <a:solidFill>
                  <a:srgbClr val="FFFFFF"/>
                </a:solidFill>
                <a:latin typeface="Arial"/>
                <a:cs typeface="Arial"/>
              </a:rPr>
              <a:t> </a:t>
            </a:r>
            <a:r>
              <a:rPr sz="1800" spc="80" dirty="0">
                <a:solidFill>
                  <a:srgbClr val="FFFFFF"/>
                </a:solidFill>
                <a:latin typeface="Arial"/>
                <a:cs typeface="Arial"/>
              </a:rPr>
              <a:t>la</a:t>
            </a:r>
            <a:r>
              <a:rPr sz="1800" spc="355" dirty="0">
                <a:solidFill>
                  <a:srgbClr val="FFFFFF"/>
                </a:solidFill>
                <a:latin typeface="Arial"/>
                <a:cs typeface="Arial"/>
              </a:rPr>
              <a:t> </a:t>
            </a:r>
            <a:r>
              <a:rPr sz="1800" spc="105" dirty="0">
                <a:solidFill>
                  <a:srgbClr val="FFFFFF"/>
                </a:solidFill>
                <a:latin typeface="Arial"/>
                <a:cs typeface="Arial"/>
              </a:rPr>
              <a:t>raiz</a:t>
            </a:r>
            <a:endParaRPr sz="1800">
              <a:latin typeface="Arial"/>
              <a:cs typeface="Arial"/>
            </a:endParaRPr>
          </a:p>
        </p:txBody>
      </p:sp>
      <p:sp>
        <p:nvSpPr>
          <p:cNvPr id="5" name="object 5"/>
          <p:cNvSpPr txBox="1"/>
          <p:nvPr/>
        </p:nvSpPr>
        <p:spPr>
          <a:xfrm>
            <a:off x="10757128" y="7223874"/>
            <a:ext cx="6119495" cy="848360"/>
          </a:xfrm>
          <a:prstGeom prst="rect">
            <a:avLst/>
          </a:prstGeom>
        </p:spPr>
        <p:txBody>
          <a:bodyPr vert="horz" wrap="square" lIns="0" tIns="12700" rIns="0" bIns="0" rtlCol="0">
            <a:spAutoFit/>
          </a:bodyPr>
          <a:lstStyle/>
          <a:p>
            <a:pPr marL="12700" marR="5080">
              <a:lnSpc>
                <a:spcPct val="100000"/>
              </a:lnSpc>
              <a:spcBef>
                <a:spcPts val="100"/>
              </a:spcBef>
            </a:pPr>
            <a:r>
              <a:rPr sz="1800" spc="85" dirty="0">
                <a:solidFill>
                  <a:srgbClr val="FFFFFF"/>
                </a:solidFill>
                <a:latin typeface="Arial"/>
                <a:cs typeface="Arial"/>
              </a:rPr>
              <a:t>La</a:t>
            </a:r>
            <a:r>
              <a:rPr sz="1800" spc="350" dirty="0">
                <a:solidFill>
                  <a:srgbClr val="FFFFFF"/>
                </a:solidFill>
                <a:latin typeface="Arial"/>
                <a:cs typeface="Arial"/>
              </a:rPr>
              <a:t> </a:t>
            </a:r>
            <a:r>
              <a:rPr sz="1800" spc="145" dirty="0">
                <a:solidFill>
                  <a:srgbClr val="FFFFFF"/>
                </a:solidFill>
                <a:latin typeface="Arial"/>
                <a:cs typeface="Arial"/>
              </a:rPr>
              <a:t>segunda</a:t>
            </a:r>
            <a:r>
              <a:rPr sz="1800" spc="355" dirty="0">
                <a:solidFill>
                  <a:srgbClr val="FFFFFF"/>
                </a:solidFill>
                <a:latin typeface="Arial"/>
                <a:cs typeface="Arial"/>
              </a:rPr>
              <a:t> </a:t>
            </a:r>
            <a:r>
              <a:rPr sz="1800" spc="145" dirty="0">
                <a:solidFill>
                  <a:srgbClr val="FFFFFF"/>
                </a:solidFill>
                <a:latin typeface="Arial"/>
                <a:cs typeface="Arial"/>
              </a:rPr>
              <a:t>partición</a:t>
            </a:r>
            <a:r>
              <a:rPr sz="1800" spc="355" dirty="0">
                <a:solidFill>
                  <a:srgbClr val="FFFFFF"/>
                </a:solidFill>
                <a:latin typeface="Arial"/>
                <a:cs typeface="Arial"/>
              </a:rPr>
              <a:t> </a:t>
            </a:r>
            <a:r>
              <a:rPr sz="1800" spc="85" dirty="0">
                <a:solidFill>
                  <a:srgbClr val="FFFFFF"/>
                </a:solidFill>
                <a:latin typeface="Arial"/>
                <a:cs typeface="Arial"/>
              </a:rPr>
              <a:t>es</a:t>
            </a:r>
            <a:r>
              <a:rPr sz="1800" spc="355" dirty="0">
                <a:solidFill>
                  <a:srgbClr val="FFFFFF"/>
                </a:solidFill>
                <a:latin typeface="Arial"/>
                <a:cs typeface="Arial"/>
              </a:rPr>
              <a:t> </a:t>
            </a:r>
            <a:r>
              <a:rPr sz="1800" spc="80" dirty="0">
                <a:solidFill>
                  <a:srgbClr val="FFFFFF"/>
                </a:solidFill>
                <a:latin typeface="Arial"/>
                <a:cs typeface="Arial"/>
              </a:rPr>
              <a:t>la</a:t>
            </a:r>
            <a:r>
              <a:rPr sz="1800" spc="355" dirty="0">
                <a:solidFill>
                  <a:srgbClr val="FFFFFF"/>
                </a:solidFill>
                <a:latin typeface="Arial"/>
                <a:cs typeface="Arial"/>
              </a:rPr>
              <a:t> </a:t>
            </a:r>
            <a:r>
              <a:rPr sz="1800" spc="125" dirty="0">
                <a:solidFill>
                  <a:srgbClr val="FFFFFF"/>
                </a:solidFill>
                <a:latin typeface="Arial"/>
                <a:cs typeface="Arial"/>
              </a:rPr>
              <a:t>swap</a:t>
            </a:r>
            <a:r>
              <a:rPr sz="1800" spc="355" dirty="0">
                <a:solidFill>
                  <a:srgbClr val="FFFFFF"/>
                </a:solidFill>
                <a:latin typeface="Arial"/>
                <a:cs typeface="Arial"/>
              </a:rPr>
              <a:t> </a:t>
            </a:r>
            <a:r>
              <a:rPr sz="1800" spc="110" dirty="0">
                <a:solidFill>
                  <a:srgbClr val="FFFFFF"/>
                </a:solidFill>
                <a:latin typeface="Arial"/>
                <a:cs typeface="Arial"/>
              </a:rPr>
              <a:t>que</a:t>
            </a:r>
            <a:r>
              <a:rPr sz="1800" spc="355" dirty="0">
                <a:solidFill>
                  <a:srgbClr val="FFFFFF"/>
                </a:solidFill>
                <a:latin typeface="Arial"/>
                <a:cs typeface="Arial"/>
              </a:rPr>
              <a:t> </a:t>
            </a:r>
            <a:r>
              <a:rPr sz="1800" spc="85" dirty="0">
                <a:solidFill>
                  <a:srgbClr val="FFFFFF"/>
                </a:solidFill>
                <a:latin typeface="Arial"/>
                <a:cs typeface="Arial"/>
              </a:rPr>
              <a:t>es</a:t>
            </a:r>
            <a:r>
              <a:rPr sz="1800" spc="355" dirty="0">
                <a:solidFill>
                  <a:srgbClr val="FFFFFF"/>
                </a:solidFill>
                <a:latin typeface="Arial"/>
                <a:cs typeface="Arial"/>
              </a:rPr>
              <a:t> </a:t>
            </a:r>
            <a:r>
              <a:rPr sz="1800" spc="120" dirty="0">
                <a:solidFill>
                  <a:srgbClr val="FFFFFF"/>
                </a:solidFill>
                <a:latin typeface="Arial"/>
                <a:cs typeface="Arial"/>
              </a:rPr>
              <a:t>como</a:t>
            </a:r>
            <a:r>
              <a:rPr sz="1800" spc="355" dirty="0">
                <a:solidFill>
                  <a:srgbClr val="FFFFFF"/>
                </a:solidFill>
                <a:latin typeface="Arial"/>
                <a:cs typeface="Arial"/>
              </a:rPr>
              <a:t> </a:t>
            </a:r>
            <a:r>
              <a:rPr sz="1800" spc="85" dirty="0">
                <a:solidFill>
                  <a:srgbClr val="FFFFFF"/>
                </a:solidFill>
                <a:latin typeface="Arial"/>
                <a:cs typeface="Arial"/>
              </a:rPr>
              <a:t>una </a:t>
            </a:r>
            <a:r>
              <a:rPr sz="1800" spc="100" dirty="0">
                <a:solidFill>
                  <a:srgbClr val="FFFFFF"/>
                </a:solidFill>
                <a:latin typeface="Arial"/>
                <a:cs typeface="Arial"/>
              </a:rPr>
              <a:t>mem</a:t>
            </a:r>
            <a:r>
              <a:rPr sz="1800" spc="-330" dirty="0">
                <a:solidFill>
                  <a:srgbClr val="FFFFFF"/>
                </a:solidFill>
                <a:latin typeface="Arial"/>
                <a:cs typeface="Arial"/>
              </a:rPr>
              <a:t> </a:t>
            </a:r>
            <a:r>
              <a:rPr sz="1800" dirty="0">
                <a:solidFill>
                  <a:srgbClr val="FFFFFF"/>
                </a:solidFill>
                <a:latin typeface="Arial"/>
                <a:cs typeface="Arial"/>
              </a:rPr>
              <a:t>0</a:t>
            </a:r>
            <a:r>
              <a:rPr sz="1800" spc="-330" dirty="0">
                <a:solidFill>
                  <a:srgbClr val="FFFFFF"/>
                </a:solidFill>
                <a:latin typeface="Arial"/>
                <a:cs typeface="Arial"/>
              </a:rPr>
              <a:t> </a:t>
            </a:r>
            <a:r>
              <a:rPr sz="1800" spc="-10" dirty="0">
                <a:solidFill>
                  <a:srgbClr val="FFFFFF"/>
                </a:solidFill>
                <a:latin typeface="Arial"/>
                <a:cs typeface="Arial"/>
              </a:rPr>
              <a:t>r</a:t>
            </a:r>
            <a:r>
              <a:rPr sz="1800" spc="-325" dirty="0">
                <a:solidFill>
                  <a:srgbClr val="FFFFFF"/>
                </a:solidFill>
                <a:latin typeface="Arial"/>
                <a:cs typeface="Arial"/>
              </a:rPr>
              <a:t> </a:t>
            </a:r>
            <a:r>
              <a:rPr sz="1800" spc="80" dirty="0">
                <a:solidFill>
                  <a:srgbClr val="FFFFFF"/>
                </a:solidFill>
                <a:latin typeface="Arial"/>
                <a:cs typeface="Arial"/>
              </a:rPr>
              <a:t>ia</a:t>
            </a:r>
            <a:r>
              <a:rPr sz="1800" spc="355" dirty="0">
                <a:solidFill>
                  <a:srgbClr val="FFFFFF"/>
                </a:solidFill>
                <a:latin typeface="Arial"/>
                <a:cs typeface="Arial"/>
              </a:rPr>
              <a:t> </a:t>
            </a:r>
            <a:r>
              <a:rPr sz="1800" spc="140" dirty="0">
                <a:solidFill>
                  <a:srgbClr val="FFFFFF"/>
                </a:solidFill>
                <a:latin typeface="Arial"/>
                <a:cs typeface="Arial"/>
              </a:rPr>
              <a:t>virtual</a:t>
            </a:r>
            <a:r>
              <a:rPr sz="1800" spc="360"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45" dirty="0">
                <a:solidFill>
                  <a:srgbClr val="FFFFFF"/>
                </a:solidFill>
                <a:latin typeface="Arial"/>
                <a:cs typeface="Arial"/>
              </a:rPr>
              <a:t>escogemos</a:t>
            </a:r>
            <a:r>
              <a:rPr sz="1800" spc="355" dirty="0">
                <a:solidFill>
                  <a:srgbClr val="FFFFFF"/>
                </a:solidFill>
                <a:latin typeface="Arial"/>
                <a:cs typeface="Arial"/>
              </a:rPr>
              <a:t> </a:t>
            </a:r>
            <a:r>
              <a:rPr sz="1800" spc="125" dirty="0">
                <a:solidFill>
                  <a:srgbClr val="FFFFFF"/>
                </a:solidFill>
                <a:latin typeface="Arial"/>
                <a:cs typeface="Arial"/>
              </a:rPr>
              <a:t>8000</a:t>
            </a:r>
            <a:r>
              <a:rPr sz="1800" spc="360" dirty="0">
                <a:solidFill>
                  <a:srgbClr val="FFFFFF"/>
                </a:solidFill>
                <a:latin typeface="Arial"/>
                <a:cs typeface="Arial"/>
              </a:rPr>
              <a:t> </a:t>
            </a:r>
            <a:r>
              <a:rPr sz="1800" spc="85" dirty="0">
                <a:solidFill>
                  <a:srgbClr val="FFFFFF"/>
                </a:solidFill>
                <a:latin typeface="Arial"/>
                <a:cs typeface="Arial"/>
              </a:rPr>
              <a:t>gb</a:t>
            </a:r>
            <a:r>
              <a:rPr sz="1800" spc="355" dirty="0">
                <a:solidFill>
                  <a:srgbClr val="FFFFFF"/>
                </a:solidFill>
                <a:latin typeface="Arial"/>
                <a:cs typeface="Arial"/>
              </a:rPr>
              <a:t> </a:t>
            </a:r>
            <a:r>
              <a:rPr sz="1800" dirty="0">
                <a:solidFill>
                  <a:srgbClr val="FFFFFF"/>
                </a:solidFill>
                <a:latin typeface="Arial"/>
                <a:cs typeface="Arial"/>
              </a:rPr>
              <a:t>y</a:t>
            </a:r>
            <a:r>
              <a:rPr sz="1800" spc="360" dirty="0">
                <a:solidFill>
                  <a:srgbClr val="FFFFFF"/>
                </a:solidFill>
                <a:latin typeface="Arial"/>
                <a:cs typeface="Arial"/>
              </a:rPr>
              <a:t> </a:t>
            </a:r>
            <a:r>
              <a:rPr sz="1800" spc="80" dirty="0">
                <a:solidFill>
                  <a:srgbClr val="FFFFFF"/>
                </a:solidFill>
                <a:latin typeface="Arial"/>
                <a:cs typeface="Arial"/>
              </a:rPr>
              <a:t>lo</a:t>
            </a:r>
            <a:r>
              <a:rPr sz="1800" spc="355" dirty="0">
                <a:solidFill>
                  <a:srgbClr val="FFFFFF"/>
                </a:solidFill>
                <a:latin typeface="Arial"/>
                <a:cs typeface="Arial"/>
              </a:rPr>
              <a:t> </a:t>
            </a:r>
            <a:r>
              <a:rPr sz="1800" spc="120" dirty="0">
                <a:solidFill>
                  <a:srgbClr val="FFFFFF"/>
                </a:solidFill>
                <a:latin typeface="Arial"/>
                <a:cs typeface="Arial"/>
              </a:rPr>
              <a:t>demás </a:t>
            </a:r>
            <a:r>
              <a:rPr sz="1800" spc="80" dirty="0">
                <a:solidFill>
                  <a:srgbClr val="FFFFFF"/>
                </a:solidFill>
                <a:latin typeface="Arial"/>
                <a:cs typeface="Arial"/>
              </a:rPr>
              <a:t>lo</a:t>
            </a:r>
            <a:r>
              <a:rPr sz="1800" spc="350" dirty="0">
                <a:solidFill>
                  <a:srgbClr val="FFFFFF"/>
                </a:solidFill>
                <a:latin typeface="Arial"/>
                <a:cs typeface="Arial"/>
              </a:rPr>
              <a:t> </a:t>
            </a:r>
            <a:r>
              <a:rPr sz="1800" spc="140" dirty="0">
                <a:solidFill>
                  <a:srgbClr val="FFFFFF"/>
                </a:solidFill>
                <a:latin typeface="Arial"/>
                <a:cs typeface="Arial"/>
              </a:rPr>
              <a:t>dejamos</a:t>
            </a:r>
            <a:r>
              <a:rPr sz="1800" spc="355" dirty="0">
                <a:solidFill>
                  <a:srgbClr val="FFFFFF"/>
                </a:solidFill>
                <a:latin typeface="Arial"/>
                <a:cs typeface="Arial"/>
              </a:rPr>
              <a:t> </a:t>
            </a:r>
            <a:r>
              <a:rPr sz="1800" spc="85" dirty="0">
                <a:solidFill>
                  <a:srgbClr val="FFFFFF"/>
                </a:solidFill>
                <a:latin typeface="Arial"/>
                <a:cs typeface="Arial"/>
              </a:rPr>
              <a:t>en</a:t>
            </a:r>
            <a:r>
              <a:rPr sz="1800" spc="355" dirty="0">
                <a:solidFill>
                  <a:srgbClr val="FFFFFF"/>
                </a:solidFill>
                <a:latin typeface="Arial"/>
                <a:cs typeface="Arial"/>
              </a:rPr>
              <a:t> </a:t>
            </a:r>
            <a:r>
              <a:rPr sz="1800" spc="130" dirty="0">
                <a:solidFill>
                  <a:srgbClr val="FFFFFF"/>
                </a:solidFill>
                <a:latin typeface="Arial"/>
                <a:cs typeface="Arial"/>
              </a:rPr>
              <a:t>blanco</a:t>
            </a:r>
            <a:endParaRPr sz="1800">
              <a:latin typeface="Arial"/>
              <a:cs typeface="Arial"/>
            </a:endParaRPr>
          </a:p>
        </p:txBody>
      </p:sp>
      <p:pic>
        <p:nvPicPr>
          <p:cNvPr id="6" name="object 6"/>
          <p:cNvPicPr/>
          <p:nvPr/>
        </p:nvPicPr>
        <p:blipFill>
          <a:blip r:embed="rId2" cstate="print"/>
          <a:stretch>
            <a:fillRect/>
          </a:stretch>
        </p:blipFill>
        <p:spPr>
          <a:xfrm>
            <a:off x="305884" y="2194217"/>
            <a:ext cx="8487727" cy="4400880"/>
          </a:xfrm>
          <a:prstGeom prst="rect">
            <a:avLst/>
          </a:prstGeom>
        </p:spPr>
      </p:pic>
      <p:pic>
        <p:nvPicPr>
          <p:cNvPr id="7" name="object 7"/>
          <p:cNvPicPr/>
          <p:nvPr/>
        </p:nvPicPr>
        <p:blipFill>
          <a:blip r:embed="rId3" cstate="print"/>
          <a:stretch>
            <a:fillRect/>
          </a:stretch>
        </p:blipFill>
        <p:spPr>
          <a:xfrm>
            <a:off x="9618357" y="2194217"/>
            <a:ext cx="8166061" cy="42553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25" dirty="0"/>
              <a:t>´Paso</a:t>
            </a:r>
            <a:r>
              <a:rPr spc="355" dirty="0"/>
              <a:t> </a:t>
            </a:r>
            <a:r>
              <a:rPr spc="70" dirty="0"/>
              <a:t>5:</a:t>
            </a:r>
            <a:r>
              <a:rPr spc="355" dirty="0"/>
              <a:t> </a:t>
            </a:r>
            <a:r>
              <a:rPr spc="145" dirty="0"/>
              <a:t>Configuración</a:t>
            </a:r>
            <a:r>
              <a:rPr spc="355" dirty="0"/>
              <a:t> </a:t>
            </a:r>
            <a:r>
              <a:rPr spc="70" dirty="0"/>
              <a:t>de</a:t>
            </a:r>
            <a:r>
              <a:rPr spc="360" dirty="0"/>
              <a:t> </a:t>
            </a:r>
            <a:r>
              <a:rPr spc="130" dirty="0"/>
              <a:t>Ubuntu</a:t>
            </a:r>
            <a:r>
              <a:rPr spc="355" dirty="0"/>
              <a:t> </a:t>
            </a:r>
            <a:r>
              <a:rPr dirty="0"/>
              <a:t>y</a:t>
            </a:r>
            <a:r>
              <a:rPr spc="355" dirty="0"/>
              <a:t> </a:t>
            </a:r>
            <a:r>
              <a:rPr spc="135" dirty="0"/>
              <a:t>instalacion</a:t>
            </a:r>
          </a:p>
        </p:txBody>
      </p:sp>
      <p:sp>
        <p:nvSpPr>
          <p:cNvPr id="3" name="object 3"/>
          <p:cNvSpPr txBox="1">
            <a:spLocks noGrp="1"/>
          </p:cNvSpPr>
          <p:nvPr>
            <p:ph type="body" idx="1"/>
          </p:nvPr>
        </p:nvSpPr>
        <p:spPr>
          <a:prstGeom prst="rect">
            <a:avLst/>
          </a:prstGeom>
        </p:spPr>
        <p:txBody>
          <a:bodyPr vert="horz" wrap="square" lIns="0" tIns="0" rIns="0" bIns="0" rtlCol="0">
            <a:spAutoFit/>
          </a:bodyPr>
          <a:lstStyle/>
          <a:p>
            <a:pPr>
              <a:lnSpc>
                <a:spcPct val="100000"/>
              </a:lnSpc>
            </a:pPr>
            <a:endParaRPr/>
          </a:p>
          <a:p>
            <a:pPr>
              <a:lnSpc>
                <a:spcPct val="100000"/>
              </a:lnSpc>
            </a:pPr>
            <a:endParaRPr/>
          </a:p>
          <a:p>
            <a:pPr>
              <a:lnSpc>
                <a:spcPct val="100000"/>
              </a:lnSpc>
            </a:pPr>
            <a:endParaRPr/>
          </a:p>
          <a:p>
            <a:pPr>
              <a:lnSpc>
                <a:spcPct val="100000"/>
              </a:lnSpc>
            </a:pPr>
            <a:endParaRPr/>
          </a:p>
          <a:p>
            <a:pPr>
              <a:lnSpc>
                <a:spcPct val="100000"/>
              </a:lnSpc>
            </a:pPr>
            <a:endParaRPr/>
          </a:p>
          <a:p>
            <a:pPr>
              <a:lnSpc>
                <a:spcPct val="100000"/>
              </a:lnSpc>
            </a:pPr>
            <a:endParaRPr/>
          </a:p>
          <a:p>
            <a:pPr>
              <a:lnSpc>
                <a:spcPct val="100000"/>
              </a:lnSpc>
            </a:pPr>
            <a:endParaRPr/>
          </a:p>
          <a:p>
            <a:pPr>
              <a:lnSpc>
                <a:spcPct val="100000"/>
              </a:lnSpc>
            </a:pPr>
            <a:endParaRPr/>
          </a:p>
          <a:p>
            <a:pPr>
              <a:lnSpc>
                <a:spcPct val="100000"/>
              </a:lnSpc>
            </a:pPr>
            <a:endParaRPr/>
          </a:p>
          <a:p>
            <a:pPr>
              <a:lnSpc>
                <a:spcPct val="100000"/>
              </a:lnSpc>
            </a:pPr>
            <a:endParaRPr/>
          </a:p>
          <a:p>
            <a:pPr>
              <a:lnSpc>
                <a:spcPct val="100000"/>
              </a:lnSpc>
            </a:pPr>
            <a:endParaRPr/>
          </a:p>
          <a:p>
            <a:pPr>
              <a:lnSpc>
                <a:spcPct val="100000"/>
              </a:lnSpc>
              <a:spcBef>
                <a:spcPts val="1945"/>
              </a:spcBef>
            </a:pPr>
            <a:endParaRPr/>
          </a:p>
          <a:p>
            <a:pPr marL="796925">
              <a:lnSpc>
                <a:spcPct val="100000"/>
              </a:lnSpc>
            </a:pPr>
            <a:r>
              <a:rPr spc="-25" dirty="0"/>
              <a:t>03</a:t>
            </a:r>
          </a:p>
        </p:txBody>
      </p:sp>
      <p:sp>
        <p:nvSpPr>
          <p:cNvPr id="4" name="object 4"/>
          <p:cNvSpPr txBox="1"/>
          <p:nvPr/>
        </p:nvSpPr>
        <p:spPr>
          <a:xfrm>
            <a:off x="535940" y="6789661"/>
            <a:ext cx="6962775" cy="1122680"/>
          </a:xfrm>
          <a:prstGeom prst="rect">
            <a:avLst/>
          </a:prstGeom>
        </p:spPr>
        <p:txBody>
          <a:bodyPr vert="horz" wrap="square" lIns="0" tIns="12700" rIns="0" bIns="0" rtlCol="0">
            <a:spAutoFit/>
          </a:bodyPr>
          <a:lstStyle/>
          <a:p>
            <a:pPr marL="12700" marR="5080">
              <a:lnSpc>
                <a:spcPct val="100000"/>
              </a:lnSpc>
              <a:spcBef>
                <a:spcPts val="100"/>
              </a:spcBef>
            </a:pPr>
            <a:r>
              <a:rPr sz="1800" spc="85" dirty="0">
                <a:solidFill>
                  <a:srgbClr val="FFFFFF"/>
                </a:solidFill>
                <a:latin typeface="Arial"/>
                <a:cs typeface="Arial"/>
              </a:rPr>
              <a:t>La</a:t>
            </a:r>
            <a:r>
              <a:rPr sz="1800" spc="345" dirty="0">
                <a:solidFill>
                  <a:srgbClr val="FFFFFF"/>
                </a:solidFill>
                <a:latin typeface="Arial"/>
                <a:cs typeface="Arial"/>
              </a:rPr>
              <a:t> </a:t>
            </a:r>
            <a:r>
              <a:rPr sz="1800" spc="140" dirty="0">
                <a:solidFill>
                  <a:srgbClr val="FFFFFF"/>
                </a:solidFill>
                <a:latin typeface="Arial"/>
                <a:cs typeface="Arial"/>
              </a:rPr>
              <a:t>tercera</a:t>
            </a:r>
            <a:r>
              <a:rPr sz="1800" spc="355" dirty="0">
                <a:solidFill>
                  <a:srgbClr val="FFFFFF"/>
                </a:solidFill>
                <a:latin typeface="Arial"/>
                <a:cs typeface="Arial"/>
              </a:rPr>
              <a:t> </a:t>
            </a:r>
            <a:r>
              <a:rPr sz="1800" spc="145" dirty="0">
                <a:solidFill>
                  <a:srgbClr val="FFFFFF"/>
                </a:solidFill>
                <a:latin typeface="Arial"/>
                <a:cs typeface="Arial"/>
              </a:rPr>
              <a:t>partición</a:t>
            </a:r>
            <a:r>
              <a:rPr sz="1800" spc="355" dirty="0">
                <a:solidFill>
                  <a:srgbClr val="FFFFFF"/>
                </a:solidFill>
                <a:latin typeface="Arial"/>
                <a:cs typeface="Arial"/>
              </a:rPr>
              <a:t> </a:t>
            </a:r>
            <a:r>
              <a:rPr sz="1800" spc="85" dirty="0">
                <a:solidFill>
                  <a:srgbClr val="FFFFFF"/>
                </a:solidFill>
                <a:latin typeface="Arial"/>
                <a:cs typeface="Arial"/>
              </a:rPr>
              <a:t>es</a:t>
            </a:r>
            <a:r>
              <a:rPr sz="1800" spc="355" dirty="0">
                <a:solidFill>
                  <a:srgbClr val="FFFFFF"/>
                </a:solidFill>
                <a:latin typeface="Arial"/>
                <a:cs typeface="Arial"/>
              </a:rPr>
              <a:t> </a:t>
            </a:r>
            <a:r>
              <a:rPr sz="1800" spc="80" dirty="0">
                <a:solidFill>
                  <a:srgbClr val="FFFFFF"/>
                </a:solidFill>
                <a:latin typeface="Arial"/>
                <a:cs typeface="Arial"/>
              </a:rPr>
              <a:t>la</a:t>
            </a:r>
            <a:r>
              <a:rPr sz="1800" spc="355" dirty="0">
                <a:solidFill>
                  <a:srgbClr val="FFFFFF"/>
                </a:solidFill>
                <a:latin typeface="Arial"/>
                <a:cs typeface="Arial"/>
              </a:rPr>
              <a:t> </a:t>
            </a:r>
            <a:r>
              <a:rPr sz="1800" spc="85" dirty="0">
                <a:solidFill>
                  <a:srgbClr val="FFFFFF"/>
                </a:solidFill>
                <a:latin typeface="Arial"/>
                <a:cs typeface="Arial"/>
              </a:rPr>
              <a:t>de</a:t>
            </a:r>
            <a:r>
              <a:rPr sz="1800" spc="355" dirty="0">
                <a:solidFill>
                  <a:srgbClr val="FFFFFF"/>
                </a:solidFill>
                <a:latin typeface="Arial"/>
                <a:cs typeface="Arial"/>
              </a:rPr>
              <a:t> </a:t>
            </a:r>
            <a:r>
              <a:rPr sz="1800" spc="120" dirty="0">
                <a:solidFill>
                  <a:srgbClr val="FFFFFF"/>
                </a:solidFill>
                <a:latin typeface="Arial"/>
                <a:cs typeface="Arial"/>
              </a:rPr>
              <a:t>home</a:t>
            </a:r>
            <a:r>
              <a:rPr sz="1800" spc="355" dirty="0">
                <a:solidFill>
                  <a:srgbClr val="FFFFFF"/>
                </a:solidFill>
                <a:latin typeface="Arial"/>
                <a:cs typeface="Arial"/>
              </a:rPr>
              <a:t> </a:t>
            </a:r>
            <a:r>
              <a:rPr sz="1800" spc="135" dirty="0">
                <a:solidFill>
                  <a:srgbClr val="FFFFFF"/>
                </a:solidFill>
                <a:latin typeface="Arial"/>
                <a:cs typeface="Arial"/>
              </a:rPr>
              <a:t>donde</a:t>
            </a:r>
            <a:r>
              <a:rPr sz="1800" spc="355" dirty="0">
                <a:solidFill>
                  <a:srgbClr val="FFFFFF"/>
                </a:solidFill>
                <a:latin typeface="Arial"/>
                <a:cs typeface="Arial"/>
              </a:rPr>
              <a:t> </a:t>
            </a:r>
            <a:r>
              <a:rPr sz="1800" spc="85" dirty="0">
                <a:solidFill>
                  <a:srgbClr val="FFFFFF"/>
                </a:solidFill>
                <a:latin typeface="Arial"/>
                <a:cs typeface="Arial"/>
              </a:rPr>
              <a:t>se</a:t>
            </a:r>
            <a:r>
              <a:rPr sz="1800" spc="360" dirty="0">
                <a:solidFill>
                  <a:srgbClr val="FFFFFF"/>
                </a:solidFill>
                <a:latin typeface="Arial"/>
                <a:cs typeface="Arial"/>
              </a:rPr>
              <a:t> </a:t>
            </a:r>
            <a:r>
              <a:rPr sz="1800" spc="130" dirty="0">
                <a:solidFill>
                  <a:srgbClr val="FFFFFF"/>
                </a:solidFill>
                <a:latin typeface="Arial"/>
                <a:cs typeface="Arial"/>
              </a:rPr>
              <a:t>guarda </a:t>
            </a:r>
            <a:r>
              <a:rPr sz="1800" spc="145" dirty="0">
                <a:solidFill>
                  <a:srgbClr val="FFFFFF"/>
                </a:solidFill>
                <a:latin typeface="Arial"/>
                <a:cs typeface="Arial"/>
              </a:rPr>
              <a:t>archivos</a:t>
            </a:r>
            <a:r>
              <a:rPr sz="1800" spc="355"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35" dirty="0">
                <a:solidFill>
                  <a:srgbClr val="FFFFFF"/>
                </a:solidFill>
                <a:latin typeface="Arial"/>
                <a:cs typeface="Arial"/>
              </a:rPr>
              <a:t>fotos</a:t>
            </a:r>
            <a:r>
              <a:rPr sz="1800" spc="360" dirty="0">
                <a:solidFill>
                  <a:srgbClr val="FFFFFF"/>
                </a:solidFill>
                <a:latin typeface="Arial"/>
                <a:cs typeface="Arial"/>
              </a:rPr>
              <a:t> </a:t>
            </a:r>
            <a:r>
              <a:rPr sz="1800" spc="110" dirty="0">
                <a:solidFill>
                  <a:srgbClr val="FFFFFF"/>
                </a:solidFill>
                <a:latin typeface="Arial"/>
                <a:cs typeface="Arial"/>
              </a:rPr>
              <a:t>etc</a:t>
            </a:r>
            <a:r>
              <a:rPr sz="1800" spc="355" dirty="0">
                <a:solidFill>
                  <a:srgbClr val="FFFFFF"/>
                </a:solidFill>
                <a:latin typeface="Arial"/>
                <a:cs typeface="Arial"/>
              </a:rPr>
              <a:t> </a:t>
            </a:r>
            <a:r>
              <a:rPr sz="1800" spc="125" dirty="0">
                <a:solidFill>
                  <a:srgbClr val="FFFFFF"/>
                </a:solidFill>
                <a:latin typeface="Arial"/>
                <a:cs typeface="Arial"/>
              </a:rPr>
              <a:t>esta</a:t>
            </a:r>
            <a:r>
              <a:rPr sz="1800" spc="355" dirty="0">
                <a:solidFill>
                  <a:srgbClr val="FFFFFF"/>
                </a:solidFill>
                <a:latin typeface="Arial"/>
                <a:cs typeface="Arial"/>
              </a:rPr>
              <a:t> </a:t>
            </a:r>
            <a:r>
              <a:rPr sz="1800" spc="80" dirty="0">
                <a:solidFill>
                  <a:srgbClr val="FFFFFF"/>
                </a:solidFill>
                <a:latin typeface="Arial"/>
                <a:cs typeface="Arial"/>
              </a:rPr>
              <a:t>la</a:t>
            </a:r>
            <a:r>
              <a:rPr sz="1800" spc="360" dirty="0">
                <a:solidFill>
                  <a:srgbClr val="FFFFFF"/>
                </a:solidFill>
                <a:latin typeface="Arial"/>
                <a:cs typeface="Arial"/>
              </a:rPr>
              <a:t> </a:t>
            </a:r>
            <a:r>
              <a:rPr sz="1800" spc="140" dirty="0">
                <a:solidFill>
                  <a:srgbClr val="FFFFFF"/>
                </a:solidFill>
                <a:latin typeface="Arial"/>
                <a:cs typeface="Arial"/>
              </a:rPr>
              <a:t>dehamos</a:t>
            </a:r>
            <a:r>
              <a:rPr sz="1800" spc="355" dirty="0">
                <a:solidFill>
                  <a:srgbClr val="FFFFFF"/>
                </a:solidFill>
                <a:latin typeface="Arial"/>
                <a:cs typeface="Arial"/>
              </a:rPr>
              <a:t> </a:t>
            </a:r>
            <a:r>
              <a:rPr sz="1800" spc="110" dirty="0">
                <a:solidFill>
                  <a:srgbClr val="FFFFFF"/>
                </a:solidFill>
                <a:latin typeface="Arial"/>
                <a:cs typeface="Arial"/>
              </a:rPr>
              <a:t>con</a:t>
            </a:r>
            <a:r>
              <a:rPr sz="1800" spc="355" dirty="0">
                <a:solidFill>
                  <a:srgbClr val="FFFFFF"/>
                </a:solidFill>
                <a:latin typeface="Arial"/>
                <a:cs typeface="Arial"/>
              </a:rPr>
              <a:t> </a:t>
            </a:r>
            <a:r>
              <a:rPr sz="1800" spc="80" dirty="0">
                <a:solidFill>
                  <a:srgbClr val="FFFFFF"/>
                </a:solidFill>
                <a:latin typeface="Arial"/>
                <a:cs typeface="Arial"/>
              </a:rPr>
              <a:t>el</a:t>
            </a:r>
            <a:r>
              <a:rPr sz="1800" spc="360" dirty="0">
                <a:solidFill>
                  <a:srgbClr val="FFFFFF"/>
                </a:solidFill>
                <a:latin typeface="Arial"/>
                <a:cs typeface="Arial"/>
              </a:rPr>
              <a:t> </a:t>
            </a:r>
            <a:r>
              <a:rPr sz="1800" spc="135" dirty="0">
                <a:solidFill>
                  <a:srgbClr val="FFFFFF"/>
                </a:solidFill>
                <a:latin typeface="Arial"/>
                <a:cs typeface="Arial"/>
              </a:rPr>
              <a:t>tamaño</a:t>
            </a:r>
            <a:r>
              <a:rPr sz="1800" spc="355" dirty="0">
                <a:solidFill>
                  <a:srgbClr val="FFFFFF"/>
                </a:solidFill>
                <a:latin typeface="Arial"/>
                <a:cs typeface="Arial"/>
              </a:rPr>
              <a:t> </a:t>
            </a:r>
            <a:r>
              <a:rPr sz="1800" spc="85" dirty="0">
                <a:solidFill>
                  <a:srgbClr val="FFFFFF"/>
                </a:solidFill>
                <a:latin typeface="Arial"/>
                <a:cs typeface="Arial"/>
              </a:rPr>
              <a:t>que os</a:t>
            </a:r>
            <a:r>
              <a:rPr sz="1800" spc="345" dirty="0">
                <a:solidFill>
                  <a:srgbClr val="FFFFFF"/>
                </a:solidFill>
                <a:latin typeface="Arial"/>
                <a:cs typeface="Arial"/>
              </a:rPr>
              <a:t> </a:t>
            </a:r>
            <a:r>
              <a:rPr sz="1800" spc="135" dirty="0">
                <a:solidFill>
                  <a:srgbClr val="FFFFFF"/>
                </a:solidFill>
                <a:latin typeface="Arial"/>
                <a:cs typeface="Arial"/>
              </a:rPr>
              <a:t>quedo</a:t>
            </a:r>
            <a:r>
              <a:rPr sz="1800" spc="350" dirty="0">
                <a:solidFill>
                  <a:srgbClr val="FFFFFF"/>
                </a:solidFill>
                <a:latin typeface="Arial"/>
                <a:cs typeface="Arial"/>
              </a:rPr>
              <a:t> </a:t>
            </a:r>
            <a:r>
              <a:rPr sz="1800" dirty="0">
                <a:solidFill>
                  <a:srgbClr val="FFFFFF"/>
                </a:solidFill>
                <a:latin typeface="Arial"/>
                <a:cs typeface="Arial"/>
              </a:rPr>
              <a:t>y</a:t>
            </a:r>
            <a:r>
              <a:rPr sz="1800" spc="350" dirty="0">
                <a:solidFill>
                  <a:srgbClr val="FFFFFF"/>
                </a:solidFill>
                <a:latin typeface="Arial"/>
                <a:cs typeface="Arial"/>
              </a:rPr>
              <a:t> </a:t>
            </a:r>
            <a:r>
              <a:rPr sz="1800" spc="155" dirty="0">
                <a:solidFill>
                  <a:srgbClr val="FFFFFF"/>
                </a:solidFill>
                <a:latin typeface="Arial"/>
                <a:cs typeface="Arial"/>
              </a:rPr>
              <a:t>seleccionamos</a:t>
            </a:r>
            <a:r>
              <a:rPr sz="1800" spc="350" dirty="0">
                <a:solidFill>
                  <a:srgbClr val="FFFFFF"/>
                </a:solidFill>
                <a:latin typeface="Arial"/>
                <a:cs typeface="Arial"/>
              </a:rPr>
              <a:t> </a:t>
            </a:r>
            <a:r>
              <a:rPr sz="1800" dirty="0">
                <a:solidFill>
                  <a:srgbClr val="FFFFFF"/>
                </a:solidFill>
                <a:latin typeface="Arial"/>
                <a:cs typeface="Arial"/>
              </a:rPr>
              <a:t>/</a:t>
            </a:r>
            <a:r>
              <a:rPr sz="1800" spc="-330" dirty="0">
                <a:solidFill>
                  <a:srgbClr val="FFFFFF"/>
                </a:solidFill>
                <a:latin typeface="Arial"/>
                <a:cs typeface="Arial"/>
              </a:rPr>
              <a:t> </a:t>
            </a:r>
            <a:r>
              <a:rPr sz="1800" spc="120" dirty="0">
                <a:solidFill>
                  <a:srgbClr val="FFFFFF"/>
                </a:solidFill>
                <a:latin typeface="Arial"/>
                <a:cs typeface="Arial"/>
              </a:rPr>
              <a:t>home</a:t>
            </a:r>
            <a:r>
              <a:rPr sz="1800" spc="350" dirty="0">
                <a:solidFill>
                  <a:srgbClr val="FFFFFF"/>
                </a:solidFill>
                <a:latin typeface="Arial"/>
                <a:cs typeface="Arial"/>
              </a:rPr>
              <a:t> </a:t>
            </a:r>
            <a:r>
              <a:rPr sz="1800" dirty="0">
                <a:solidFill>
                  <a:srgbClr val="FFFFFF"/>
                </a:solidFill>
                <a:latin typeface="Arial"/>
                <a:cs typeface="Arial"/>
              </a:rPr>
              <a:t>y</a:t>
            </a:r>
            <a:r>
              <a:rPr sz="1800" spc="350" dirty="0">
                <a:solidFill>
                  <a:srgbClr val="FFFFFF"/>
                </a:solidFill>
                <a:latin typeface="Arial"/>
                <a:cs typeface="Arial"/>
              </a:rPr>
              <a:t> </a:t>
            </a:r>
            <a:r>
              <a:rPr sz="1800" spc="130" dirty="0">
                <a:solidFill>
                  <a:srgbClr val="FFFFFF"/>
                </a:solidFill>
                <a:latin typeface="Arial"/>
                <a:cs typeface="Arial"/>
              </a:rPr>
              <a:t>damos</a:t>
            </a:r>
            <a:r>
              <a:rPr sz="1800" spc="350" dirty="0">
                <a:solidFill>
                  <a:srgbClr val="FFFFFF"/>
                </a:solidFill>
                <a:latin typeface="Arial"/>
                <a:cs typeface="Arial"/>
              </a:rPr>
              <a:t> </a:t>
            </a:r>
            <a:r>
              <a:rPr sz="1800" spc="85" dirty="0">
                <a:solidFill>
                  <a:srgbClr val="FFFFFF"/>
                </a:solidFill>
                <a:latin typeface="Arial"/>
                <a:cs typeface="Arial"/>
              </a:rPr>
              <a:t>en</a:t>
            </a:r>
            <a:r>
              <a:rPr sz="1800" spc="345" dirty="0">
                <a:solidFill>
                  <a:srgbClr val="FFFFFF"/>
                </a:solidFill>
                <a:latin typeface="Arial"/>
                <a:cs typeface="Arial"/>
              </a:rPr>
              <a:t> </a:t>
            </a:r>
            <a:r>
              <a:rPr sz="1800" spc="150" dirty="0">
                <a:solidFill>
                  <a:srgbClr val="FFFFFF"/>
                </a:solidFill>
                <a:latin typeface="Arial"/>
                <a:cs typeface="Arial"/>
              </a:rPr>
              <a:t>siguiente</a:t>
            </a:r>
            <a:r>
              <a:rPr sz="1800" spc="350" dirty="0">
                <a:solidFill>
                  <a:srgbClr val="FFFFFF"/>
                </a:solidFill>
                <a:latin typeface="Arial"/>
                <a:cs typeface="Arial"/>
              </a:rPr>
              <a:t> </a:t>
            </a:r>
            <a:r>
              <a:rPr sz="1800" spc="-50" dirty="0">
                <a:solidFill>
                  <a:srgbClr val="FFFFFF"/>
                </a:solidFill>
                <a:latin typeface="Arial"/>
                <a:cs typeface="Arial"/>
              </a:rPr>
              <a:t>y </a:t>
            </a:r>
            <a:r>
              <a:rPr sz="1800" spc="130" dirty="0">
                <a:solidFill>
                  <a:srgbClr val="FFFFFF"/>
                </a:solidFill>
                <a:latin typeface="Arial"/>
                <a:cs typeface="Arial"/>
              </a:rPr>
              <a:t>aceptar</a:t>
            </a:r>
            <a:endParaRPr sz="1800">
              <a:latin typeface="Arial"/>
              <a:cs typeface="Arial"/>
            </a:endParaRPr>
          </a:p>
        </p:txBody>
      </p:sp>
      <p:sp>
        <p:nvSpPr>
          <p:cNvPr id="5" name="object 5"/>
          <p:cNvSpPr txBox="1"/>
          <p:nvPr/>
        </p:nvSpPr>
        <p:spPr>
          <a:xfrm>
            <a:off x="10757128" y="7223874"/>
            <a:ext cx="6261735" cy="574040"/>
          </a:xfrm>
          <a:prstGeom prst="rect">
            <a:avLst/>
          </a:prstGeom>
        </p:spPr>
        <p:txBody>
          <a:bodyPr vert="horz" wrap="square" lIns="0" tIns="12700" rIns="0" bIns="0" rtlCol="0">
            <a:spAutoFit/>
          </a:bodyPr>
          <a:lstStyle/>
          <a:p>
            <a:pPr marL="12700" marR="5080">
              <a:lnSpc>
                <a:spcPct val="100000"/>
              </a:lnSpc>
              <a:spcBef>
                <a:spcPts val="100"/>
              </a:spcBef>
            </a:pPr>
            <a:r>
              <a:rPr sz="1800" spc="140" dirty="0">
                <a:solidFill>
                  <a:srgbClr val="FFFFFF"/>
                </a:solidFill>
                <a:latin typeface="Arial"/>
                <a:cs typeface="Arial"/>
              </a:rPr>
              <a:t>Despues</a:t>
            </a:r>
            <a:r>
              <a:rPr sz="1800" spc="350" dirty="0">
                <a:solidFill>
                  <a:srgbClr val="FFFFFF"/>
                </a:solidFill>
                <a:latin typeface="Arial"/>
                <a:cs typeface="Arial"/>
              </a:rPr>
              <a:t> </a:t>
            </a:r>
            <a:r>
              <a:rPr sz="1800" spc="110" dirty="0">
                <a:solidFill>
                  <a:srgbClr val="FFFFFF"/>
                </a:solidFill>
                <a:latin typeface="Arial"/>
                <a:cs typeface="Arial"/>
              </a:rPr>
              <a:t>nos</a:t>
            </a:r>
            <a:r>
              <a:rPr sz="1800" spc="355" dirty="0">
                <a:solidFill>
                  <a:srgbClr val="FFFFFF"/>
                </a:solidFill>
                <a:latin typeface="Arial"/>
                <a:cs typeface="Arial"/>
              </a:rPr>
              <a:t> </a:t>
            </a:r>
            <a:r>
              <a:rPr sz="1800" spc="140" dirty="0">
                <a:solidFill>
                  <a:srgbClr val="FFFFFF"/>
                </a:solidFill>
                <a:latin typeface="Arial"/>
                <a:cs typeface="Arial"/>
              </a:rPr>
              <a:t>saldrá</a:t>
            </a:r>
            <a:r>
              <a:rPr sz="1800" spc="355" dirty="0">
                <a:solidFill>
                  <a:srgbClr val="FFFFFF"/>
                </a:solidFill>
                <a:latin typeface="Arial"/>
                <a:cs typeface="Arial"/>
              </a:rPr>
              <a:t> </a:t>
            </a:r>
            <a:r>
              <a:rPr sz="1800" spc="125" dirty="0">
                <a:solidFill>
                  <a:srgbClr val="FFFFFF"/>
                </a:solidFill>
                <a:latin typeface="Arial"/>
                <a:cs typeface="Arial"/>
              </a:rPr>
              <a:t>esta</a:t>
            </a:r>
            <a:r>
              <a:rPr sz="1800" spc="355" dirty="0">
                <a:solidFill>
                  <a:srgbClr val="FFFFFF"/>
                </a:solidFill>
                <a:latin typeface="Arial"/>
                <a:cs typeface="Arial"/>
              </a:rPr>
              <a:t> </a:t>
            </a:r>
            <a:r>
              <a:rPr sz="1800" spc="145" dirty="0">
                <a:solidFill>
                  <a:srgbClr val="FFFFFF"/>
                </a:solidFill>
                <a:latin typeface="Arial"/>
                <a:cs typeface="Arial"/>
              </a:rPr>
              <a:t>ventana</a:t>
            </a:r>
            <a:r>
              <a:rPr sz="1800" spc="355" dirty="0">
                <a:solidFill>
                  <a:srgbClr val="FFFFFF"/>
                </a:solidFill>
                <a:latin typeface="Arial"/>
                <a:cs typeface="Arial"/>
              </a:rPr>
              <a:t> </a:t>
            </a:r>
            <a:r>
              <a:rPr sz="1800" spc="135" dirty="0">
                <a:solidFill>
                  <a:srgbClr val="FFFFFF"/>
                </a:solidFill>
                <a:latin typeface="Arial"/>
                <a:cs typeface="Arial"/>
              </a:rPr>
              <a:t>donde</a:t>
            </a:r>
            <a:r>
              <a:rPr sz="1800" spc="355" dirty="0">
                <a:solidFill>
                  <a:srgbClr val="FFFFFF"/>
                </a:solidFill>
                <a:latin typeface="Arial"/>
                <a:cs typeface="Arial"/>
              </a:rPr>
              <a:t> </a:t>
            </a:r>
            <a:r>
              <a:rPr sz="1800" spc="130" dirty="0">
                <a:solidFill>
                  <a:srgbClr val="FFFFFF"/>
                </a:solidFill>
                <a:latin typeface="Arial"/>
                <a:cs typeface="Arial"/>
              </a:rPr>
              <a:t>creamos </a:t>
            </a:r>
            <a:r>
              <a:rPr sz="1800" spc="140" dirty="0">
                <a:solidFill>
                  <a:srgbClr val="FFFFFF"/>
                </a:solidFill>
                <a:latin typeface="Arial"/>
                <a:cs typeface="Arial"/>
              </a:rPr>
              <a:t>nuestro</a:t>
            </a:r>
            <a:r>
              <a:rPr sz="1800" spc="350" dirty="0">
                <a:solidFill>
                  <a:srgbClr val="FFFFFF"/>
                </a:solidFill>
                <a:latin typeface="Arial"/>
                <a:cs typeface="Arial"/>
              </a:rPr>
              <a:t> </a:t>
            </a:r>
            <a:r>
              <a:rPr sz="1800" spc="140" dirty="0">
                <a:solidFill>
                  <a:srgbClr val="FFFFFF"/>
                </a:solidFill>
                <a:latin typeface="Arial"/>
                <a:cs typeface="Arial"/>
              </a:rPr>
              <a:t>usuario</a:t>
            </a:r>
            <a:r>
              <a:rPr sz="1800" spc="360" dirty="0">
                <a:solidFill>
                  <a:srgbClr val="FFFFFF"/>
                </a:solidFill>
                <a:latin typeface="Arial"/>
                <a:cs typeface="Arial"/>
              </a:rPr>
              <a:t> </a:t>
            </a:r>
            <a:r>
              <a:rPr sz="1800" dirty="0">
                <a:solidFill>
                  <a:srgbClr val="FFFFFF"/>
                </a:solidFill>
                <a:latin typeface="Arial"/>
                <a:cs typeface="Arial"/>
              </a:rPr>
              <a:t>y</a:t>
            </a:r>
            <a:r>
              <a:rPr sz="1800" spc="360" dirty="0">
                <a:solidFill>
                  <a:srgbClr val="FFFFFF"/>
                </a:solidFill>
                <a:latin typeface="Arial"/>
                <a:cs typeface="Arial"/>
              </a:rPr>
              <a:t> </a:t>
            </a:r>
            <a:r>
              <a:rPr sz="1800" spc="80" dirty="0">
                <a:solidFill>
                  <a:srgbClr val="FFFFFF"/>
                </a:solidFill>
                <a:latin typeface="Arial"/>
                <a:cs typeface="Arial"/>
              </a:rPr>
              <a:t>la</a:t>
            </a:r>
            <a:r>
              <a:rPr sz="1800" spc="360" dirty="0">
                <a:solidFill>
                  <a:srgbClr val="FFFFFF"/>
                </a:solidFill>
                <a:latin typeface="Arial"/>
                <a:cs typeface="Arial"/>
              </a:rPr>
              <a:t> </a:t>
            </a:r>
            <a:r>
              <a:rPr sz="1800" spc="150" dirty="0">
                <a:solidFill>
                  <a:srgbClr val="FFFFFF"/>
                </a:solidFill>
                <a:latin typeface="Arial"/>
                <a:cs typeface="Arial"/>
              </a:rPr>
              <a:t>contrasela</a:t>
            </a:r>
            <a:r>
              <a:rPr sz="1800" spc="360" dirty="0">
                <a:solidFill>
                  <a:srgbClr val="FFFFFF"/>
                </a:solidFill>
                <a:latin typeface="Arial"/>
                <a:cs typeface="Arial"/>
              </a:rPr>
              <a:t> </a:t>
            </a:r>
            <a:r>
              <a:rPr sz="1800" spc="130" dirty="0">
                <a:solidFill>
                  <a:srgbClr val="FFFFFF"/>
                </a:solidFill>
                <a:latin typeface="Arial"/>
                <a:cs typeface="Arial"/>
              </a:rPr>
              <a:t>damos</a:t>
            </a:r>
            <a:r>
              <a:rPr sz="1800" spc="360" dirty="0">
                <a:solidFill>
                  <a:srgbClr val="FFFFFF"/>
                </a:solidFill>
                <a:latin typeface="Arial"/>
                <a:cs typeface="Arial"/>
              </a:rPr>
              <a:t> </a:t>
            </a:r>
            <a:r>
              <a:rPr sz="1800" spc="85" dirty="0">
                <a:solidFill>
                  <a:srgbClr val="FFFFFF"/>
                </a:solidFill>
                <a:latin typeface="Arial"/>
                <a:cs typeface="Arial"/>
              </a:rPr>
              <a:t>en</a:t>
            </a:r>
            <a:r>
              <a:rPr sz="1800" spc="360" dirty="0">
                <a:solidFill>
                  <a:srgbClr val="FFFFFF"/>
                </a:solidFill>
                <a:latin typeface="Arial"/>
                <a:cs typeface="Arial"/>
              </a:rPr>
              <a:t> </a:t>
            </a:r>
            <a:r>
              <a:rPr sz="1800" spc="140" dirty="0">
                <a:solidFill>
                  <a:srgbClr val="FFFFFF"/>
                </a:solidFill>
                <a:latin typeface="Arial"/>
                <a:cs typeface="Arial"/>
              </a:rPr>
              <a:t>siguiente</a:t>
            </a:r>
            <a:endParaRPr sz="1800">
              <a:latin typeface="Arial"/>
              <a:cs typeface="Arial"/>
            </a:endParaRPr>
          </a:p>
        </p:txBody>
      </p:sp>
      <p:pic>
        <p:nvPicPr>
          <p:cNvPr id="6" name="object 6"/>
          <p:cNvPicPr/>
          <p:nvPr/>
        </p:nvPicPr>
        <p:blipFill>
          <a:blip r:embed="rId2" cstate="print"/>
          <a:stretch>
            <a:fillRect/>
          </a:stretch>
        </p:blipFill>
        <p:spPr>
          <a:xfrm>
            <a:off x="277324" y="2080298"/>
            <a:ext cx="7807998" cy="4068787"/>
          </a:xfrm>
          <a:prstGeom prst="rect">
            <a:avLst/>
          </a:prstGeom>
        </p:spPr>
      </p:pic>
      <p:pic>
        <p:nvPicPr>
          <p:cNvPr id="7" name="object 7"/>
          <p:cNvPicPr/>
          <p:nvPr/>
        </p:nvPicPr>
        <p:blipFill>
          <a:blip r:embed="rId3" cstate="print"/>
          <a:stretch>
            <a:fillRect/>
          </a:stretch>
        </p:blipFill>
        <p:spPr>
          <a:xfrm>
            <a:off x="8231123" y="1590154"/>
            <a:ext cx="9259277" cy="478162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25" dirty="0"/>
              <a:t>´Paso</a:t>
            </a:r>
            <a:r>
              <a:rPr spc="355" dirty="0"/>
              <a:t> </a:t>
            </a:r>
            <a:r>
              <a:rPr spc="70" dirty="0"/>
              <a:t>5:</a:t>
            </a:r>
            <a:r>
              <a:rPr spc="355" dirty="0"/>
              <a:t> </a:t>
            </a:r>
            <a:r>
              <a:rPr spc="145" dirty="0"/>
              <a:t>Configuración</a:t>
            </a:r>
            <a:r>
              <a:rPr spc="355" dirty="0"/>
              <a:t> </a:t>
            </a:r>
            <a:r>
              <a:rPr spc="70" dirty="0"/>
              <a:t>de</a:t>
            </a:r>
            <a:r>
              <a:rPr spc="360" dirty="0"/>
              <a:t> </a:t>
            </a:r>
            <a:r>
              <a:rPr spc="130" dirty="0"/>
              <a:t>Ubuntu</a:t>
            </a:r>
            <a:r>
              <a:rPr spc="355" dirty="0"/>
              <a:t> </a:t>
            </a:r>
            <a:r>
              <a:rPr dirty="0"/>
              <a:t>y</a:t>
            </a:r>
            <a:r>
              <a:rPr spc="355" dirty="0"/>
              <a:t> </a:t>
            </a:r>
            <a:r>
              <a:rPr spc="135" dirty="0"/>
              <a:t>instalacion</a:t>
            </a:r>
          </a:p>
        </p:txBody>
      </p:sp>
      <p:sp>
        <p:nvSpPr>
          <p:cNvPr id="3" name="object 3"/>
          <p:cNvSpPr txBox="1"/>
          <p:nvPr/>
        </p:nvSpPr>
        <p:spPr>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Calibri"/>
                <a:cs typeface="Calibri"/>
              </a:rPr>
              <a:t>03</a:t>
            </a:r>
            <a:endParaRPr sz="1800">
              <a:latin typeface="Calibri"/>
              <a:cs typeface="Calibri"/>
            </a:endParaRPr>
          </a:p>
        </p:txBody>
      </p:sp>
      <p:sp>
        <p:nvSpPr>
          <p:cNvPr id="4" name="object 4"/>
          <p:cNvSpPr txBox="1"/>
          <p:nvPr/>
        </p:nvSpPr>
        <p:spPr>
          <a:xfrm>
            <a:off x="535940" y="6789661"/>
            <a:ext cx="6689725" cy="574040"/>
          </a:xfrm>
          <a:prstGeom prst="rect">
            <a:avLst/>
          </a:prstGeom>
        </p:spPr>
        <p:txBody>
          <a:bodyPr vert="horz" wrap="square" lIns="0" tIns="12700" rIns="0" bIns="0" rtlCol="0">
            <a:spAutoFit/>
          </a:bodyPr>
          <a:lstStyle/>
          <a:p>
            <a:pPr marL="12700" marR="5080">
              <a:lnSpc>
                <a:spcPct val="100000"/>
              </a:lnSpc>
              <a:spcBef>
                <a:spcPts val="100"/>
              </a:spcBef>
            </a:pPr>
            <a:r>
              <a:rPr sz="1800" spc="130" dirty="0">
                <a:solidFill>
                  <a:srgbClr val="FFFFFF"/>
                </a:solidFill>
                <a:latin typeface="Arial"/>
                <a:cs typeface="Arial"/>
              </a:rPr>
              <a:t>Ahora</a:t>
            </a:r>
            <a:r>
              <a:rPr sz="1800" spc="350" dirty="0">
                <a:solidFill>
                  <a:srgbClr val="FFFFFF"/>
                </a:solidFill>
                <a:latin typeface="Arial"/>
                <a:cs typeface="Arial"/>
              </a:rPr>
              <a:t> </a:t>
            </a:r>
            <a:r>
              <a:rPr sz="1800" spc="110" dirty="0">
                <a:solidFill>
                  <a:srgbClr val="FFFFFF"/>
                </a:solidFill>
                <a:latin typeface="Arial"/>
                <a:cs typeface="Arial"/>
              </a:rPr>
              <a:t>nos</a:t>
            </a:r>
            <a:r>
              <a:rPr sz="1800" spc="355" dirty="0">
                <a:solidFill>
                  <a:srgbClr val="FFFFFF"/>
                </a:solidFill>
                <a:latin typeface="Arial"/>
                <a:cs typeface="Arial"/>
              </a:rPr>
              <a:t> </a:t>
            </a:r>
            <a:r>
              <a:rPr sz="1800" spc="125" dirty="0">
                <a:solidFill>
                  <a:srgbClr val="FFFFFF"/>
                </a:solidFill>
                <a:latin typeface="Arial"/>
                <a:cs typeface="Arial"/>
              </a:rPr>
              <a:t>sale</a:t>
            </a:r>
            <a:r>
              <a:rPr sz="1800" spc="355" dirty="0">
                <a:solidFill>
                  <a:srgbClr val="FFFFFF"/>
                </a:solidFill>
                <a:latin typeface="Arial"/>
                <a:cs typeface="Arial"/>
              </a:rPr>
              <a:t> </a:t>
            </a:r>
            <a:r>
              <a:rPr sz="1800" spc="85" dirty="0">
                <a:solidFill>
                  <a:srgbClr val="FFFFFF"/>
                </a:solidFill>
                <a:latin typeface="Arial"/>
                <a:cs typeface="Arial"/>
              </a:rPr>
              <a:t>un</a:t>
            </a:r>
            <a:r>
              <a:rPr sz="1800" spc="355" dirty="0">
                <a:solidFill>
                  <a:srgbClr val="FFFFFF"/>
                </a:solidFill>
                <a:latin typeface="Arial"/>
                <a:cs typeface="Arial"/>
              </a:rPr>
              <a:t> </a:t>
            </a:r>
            <a:r>
              <a:rPr sz="1800" spc="140" dirty="0">
                <a:solidFill>
                  <a:srgbClr val="FFFFFF"/>
                </a:solidFill>
                <a:latin typeface="Arial"/>
                <a:cs typeface="Arial"/>
              </a:rPr>
              <a:t>resumen</a:t>
            </a:r>
            <a:r>
              <a:rPr sz="1800" spc="355" dirty="0">
                <a:solidFill>
                  <a:srgbClr val="FFFFFF"/>
                </a:solidFill>
                <a:latin typeface="Arial"/>
                <a:cs typeface="Arial"/>
              </a:rPr>
              <a:t> </a:t>
            </a:r>
            <a:r>
              <a:rPr sz="1800" spc="85" dirty="0">
                <a:solidFill>
                  <a:srgbClr val="FFFFFF"/>
                </a:solidFill>
                <a:latin typeface="Arial"/>
                <a:cs typeface="Arial"/>
              </a:rPr>
              <a:t>de</a:t>
            </a:r>
            <a:r>
              <a:rPr sz="1800" spc="355" dirty="0">
                <a:solidFill>
                  <a:srgbClr val="FFFFFF"/>
                </a:solidFill>
                <a:latin typeface="Arial"/>
                <a:cs typeface="Arial"/>
              </a:rPr>
              <a:t> </a:t>
            </a:r>
            <a:r>
              <a:rPr sz="1800" spc="80" dirty="0">
                <a:solidFill>
                  <a:srgbClr val="FFFFFF"/>
                </a:solidFill>
                <a:latin typeface="Arial"/>
                <a:cs typeface="Arial"/>
              </a:rPr>
              <a:t>lo</a:t>
            </a:r>
            <a:r>
              <a:rPr sz="1800" spc="350" dirty="0">
                <a:solidFill>
                  <a:srgbClr val="FFFFFF"/>
                </a:solidFill>
                <a:latin typeface="Arial"/>
                <a:cs typeface="Arial"/>
              </a:rPr>
              <a:t> </a:t>
            </a:r>
            <a:r>
              <a:rPr sz="1800" spc="110" dirty="0">
                <a:solidFill>
                  <a:srgbClr val="FFFFFF"/>
                </a:solidFill>
                <a:latin typeface="Arial"/>
                <a:cs typeface="Arial"/>
              </a:rPr>
              <a:t>que</a:t>
            </a:r>
            <a:r>
              <a:rPr sz="1800" spc="355" dirty="0">
                <a:solidFill>
                  <a:srgbClr val="FFFFFF"/>
                </a:solidFill>
                <a:latin typeface="Arial"/>
                <a:cs typeface="Arial"/>
              </a:rPr>
              <a:t> </a:t>
            </a:r>
            <a:r>
              <a:rPr sz="1800" spc="140" dirty="0">
                <a:solidFill>
                  <a:srgbClr val="FFFFFF"/>
                </a:solidFill>
                <a:latin typeface="Arial"/>
                <a:cs typeface="Arial"/>
              </a:rPr>
              <a:t>hicimos</a:t>
            </a:r>
            <a:r>
              <a:rPr sz="1800" spc="355"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20" dirty="0">
                <a:solidFill>
                  <a:srgbClr val="FFFFFF"/>
                </a:solidFill>
                <a:latin typeface="Arial"/>
                <a:cs typeface="Arial"/>
              </a:rPr>
              <a:t>damos </a:t>
            </a:r>
            <a:r>
              <a:rPr sz="1800" spc="85" dirty="0">
                <a:solidFill>
                  <a:srgbClr val="FFFFFF"/>
                </a:solidFill>
                <a:latin typeface="Arial"/>
                <a:cs typeface="Arial"/>
              </a:rPr>
              <a:t>en</a:t>
            </a:r>
            <a:r>
              <a:rPr sz="1800" spc="340" dirty="0">
                <a:solidFill>
                  <a:srgbClr val="FFFFFF"/>
                </a:solidFill>
                <a:latin typeface="Arial"/>
                <a:cs typeface="Arial"/>
              </a:rPr>
              <a:t> </a:t>
            </a:r>
            <a:r>
              <a:rPr sz="1800" spc="145" dirty="0">
                <a:solidFill>
                  <a:srgbClr val="FFFFFF"/>
                </a:solidFill>
                <a:latin typeface="Arial"/>
                <a:cs typeface="Arial"/>
              </a:rPr>
              <a:t>instalar</a:t>
            </a:r>
            <a:r>
              <a:rPr sz="1800" spc="355"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45" dirty="0">
                <a:solidFill>
                  <a:srgbClr val="FFFFFF"/>
                </a:solidFill>
                <a:latin typeface="Arial"/>
                <a:cs typeface="Arial"/>
              </a:rPr>
              <a:t>esperamos</a:t>
            </a:r>
            <a:r>
              <a:rPr sz="1800" spc="350" dirty="0">
                <a:solidFill>
                  <a:srgbClr val="FFFFFF"/>
                </a:solidFill>
                <a:latin typeface="Arial"/>
                <a:cs typeface="Arial"/>
              </a:rPr>
              <a:t> </a:t>
            </a:r>
            <a:r>
              <a:rPr sz="1800" dirty="0">
                <a:solidFill>
                  <a:srgbClr val="FFFFFF"/>
                </a:solidFill>
                <a:latin typeface="Arial"/>
                <a:cs typeface="Arial"/>
              </a:rPr>
              <a:t>a</a:t>
            </a:r>
            <a:r>
              <a:rPr sz="1800" spc="355" dirty="0">
                <a:solidFill>
                  <a:srgbClr val="FFFFFF"/>
                </a:solidFill>
                <a:latin typeface="Arial"/>
                <a:cs typeface="Arial"/>
              </a:rPr>
              <a:t> </a:t>
            </a:r>
            <a:r>
              <a:rPr sz="1800" spc="110" dirty="0">
                <a:solidFill>
                  <a:srgbClr val="FFFFFF"/>
                </a:solidFill>
                <a:latin typeface="Arial"/>
                <a:cs typeface="Arial"/>
              </a:rPr>
              <a:t>que</a:t>
            </a:r>
            <a:r>
              <a:rPr sz="1800" spc="355" dirty="0">
                <a:solidFill>
                  <a:srgbClr val="FFFFFF"/>
                </a:solidFill>
                <a:latin typeface="Arial"/>
                <a:cs typeface="Arial"/>
              </a:rPr>
              <a:t> </a:t>
            </a:r>
            <a:r>
              <a:rPr sz="1800" spc="85" dirty="0">
                <a:solidFill>
                  <a:srgbClr val="FFFFFF"/>
                </a:solidFill>
                <a:latin typeface="Arial"/>
                <a:cs typeface="Arial"/>
              </a:rPr>
              <a:t>se</a:t>
            </a:r>
            <a:r>
              <a:rPr sz="1800" spc="355" dirty="0">
                <a:solidFill>
                  <a:srgbClr val="FFFFFF"/>
                </a:solidFill>
                <a:latin typeface="Arial"/>
                <a:cs typeface="Arial"/>
              </a:rPr>
              <a:t> </a:t>
            </a:r>
            <a:r>
              <a:rPr sz="1800" spc="130" dirty="0">
                <a:solidFill>
                  <a:srgbClr val="FFFFFF"/>
                </a:solidFill>
                <a:latin typeface="Arial"/>
                <a:cs typeface="Arial"/>
              </a:rPr>
              <a:t>instale</a:t>
            </a:r>
            <a:endParaRPr sz="1800">
              <a:latin typeface="Arial"/>
              <a:cs typeface="Arial"/>
            </a:endParaRPr>
          </a:p>
        </p:txBody>
      </p:sp>
      <p:sp>
        <p:nvSpPr>
          <p:cNvPr id="5" name="object 5"/>
          <p:cNvSpPr txBox="1"/>
          <p:nvPr/>
        </p:nvSpPr>
        <p:spPr>
          <a:xfrm>
            <a:off x="10838243" y="6345364"/>
            <a:ext cx="5805170"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a:cs typeface="Arial"/>
              </a:rPr>
              <a:t>Y</a:t>
            </a:r>
            <a:r>
              <a:rPr sz="1800" spc="350" dirty="0">
                <a:solidFill>
                  <a:srgbClr val="FFFFFF"/>
                </a:solidFill>
                <a:latin typeface="Arial"/>
                <a:cs typeface="Arial"/>
              </a:rPr>
              <a:t> </a:t>
            </a:r>
            <a:r>
              <a:rPr sz="1800" spc="140" dirty="0">
                <a:solidFill>
                  <a:srgbClr val="FFFFFF"/>
                </a:solidFill>
                <a:latin typeface="Arial"/>
                <a:cs typeface="Arial"/>
              </a:rPr>
              <a:t>cuando</a:t>
            </a:r>
            <a:r>
              <a:rPr sz="1800" spc="350" dirty="0">
                <a:solidFill>
                  <a:srgbClr val="FFFFFF"/>
                </a:solidFill>
                <a:latin typeface="Arial"/>
                <a:cs typeface="Arial"/>
              </a:rPr>
              <a:t> </a:t>
            </a:r>
            <a:r>
              <a:rPr sz="1800" spc="85" dirty="0">
                <a:solidFill>
                  <a:srgbClr val="FFFFFF"/>
                </a:solidFill>
                <a:latin typeface="Arial"/>
                <a:cs typeface="Arial"/>
              </a:rPr>
              <a:t>se</a:t>
            </a:r>
            <a:r>
              <a:rPr sz="1800" spc="350" dirty="0">
                <a:solidFill>
                  <a:srgbClr val="FFFFFF"/>
                </a:solidFill>
                <a:latin typeface="Arial"/>
                <a:cs typeface="Arial"/>
              </a:rPr>
              <a:t> </a:t>
            </a:r>
            <a:r>
              <a:rPr sz="1800" spc="140" dirty="0">
                <a:solidFill>
                  <a:srgbClr val="FFFFFF"/>
                </a:solidFill>
                <a:latin typeface="Arial"/>
                <a:cs typeface="Arial"/>
              </a:rPr>
              <a:t>termine</a:t>
            </a:r>
            <a:r>
              <a:rPr sz="1800" spc="355" dirty="0">
                <a:solidFill>
                  <a:srgbClr val="FFFFFF"/>
                </a:solidFill>
                <a:latin typeface="Arial"/>
                <a:cs typeface="Arial"/>
              </a:rPr>
              <a:t> </a:t>
            </a:r>
            <a:r>
              <a:rPr sz="1800" spc="85" dirty="0">
                <a:solidFill>
                  <a:srgbClr val="FFFFFF"/>
                </a:solidFill>
                <a:latin typeface="Arial"/>
                <a:cs typeface="Arial"/>
              </a:rPr>
              <a:t>de</a:t>
            </a:r>
            <a:r>
              <a:rPr sz="1800" spc="350" dirty="0">
                <a:solidFill>
                  <a:srgbClr val="FFFFFF"/>
                </a:solidFill>
                <a:latin typeface="Arial"/>
                <a:cs typeface="Arial"/>
              </a:rPr>
              <a:t> </a:t>
            </a:r>
            <a:r>
              <a:rPr sz="1800" spc="145" dirty="0">
                <a:solidFill>
                  <a:srgbClr val="FFFFFF"/>
                </a:solidFill>
                <a:latin typeface="Arial"/>
                <a:cs typeface="Arial"/>
              </a:rPr>
              <a:t>instalar</a:t>
            </a:r>
            <a:r>
              <a:rPr sz="1800" spc="350" dirty="0">
                <a:solidFill>
                  <a:srgbClr val="FFFFFF"/>
                </a:solidFill>
                <a:latin typeface="Arial"/>
                <a:cs typeface="Arial"/>
              </a:rPr>
              <a:t> </a:t>
            </a:r>
            <a:r>
              <a:rPr sz="1800" spc="110" dirty="0">
                <a:solidFill>
                  <a:srgbClr val="FFFFFF"/>
                </a:solidFill>
                <a:latin typeface="Arial"/>
                <a:cs typeface="Arial"/>
              </a:rPr>
              <a:t>nos</a:t>
            </a:r>
            <a:r>
              <a:rPr sz="1800" spc="350" dirty="0">
                <a:solidFill>
                  <a:srgbClr val="FFFFFF"/>
                </a:solidFill>
                <a:latin typeface="Arial"/>
                <a:cs typeface="Arial"/>
              </a:rPr>
              <a:t> </a:t>
            </a:r>
            <a:r>
              <a:rPr sz="1800" spc="140" dirty="0">
                <a:solidFill>
                  <a:srgbClr val="FFFFFF"/>
                </a:solidFill>
                <a:latin typeface="Arial"/>
                <a:cs typeface="Arial"/>
              </a:rPr>
              <a:t>pedirá</a:t>
            </a:r>
            <a:r>
              <a:rPr sz="1800" spc="355" dirty="0">
                <a:solidFill>
                  <a:srgbClr val="FFFFFF"/>
                </a:solidFill>
                <a:latin typeface="Arial"/>
                <a:cs typeface="Arial"/>
              </a:rPr>
              <a:t> </a:t>
            </a:r>
            <a:r>
              <a:rPr sz="1800" spc="85" dirty="0">
                <a:solidFill>
                  <a:srgbClr val="FFFFFF"/>
                </a:solidFill>
                <a:latin typeface="Arial"/>
                <a:cs typeface="Arial"/>
              </a:rPr>
              <a:t>que </a:t>
            </a:r>
            <a:r>
              <a:rPr sz="1800" spc="150" dirty="0">
                <a:solidFill>
                  <a:srgbClr val="FFFFFF"/>
                </a:solidFill>
                <a:latin typeface="Arial"/>
                <a:cs typeface="Arial"/>
              </a:rPr>
              <a:t>reiniciemos</a:t>
            </a:r>
            <a:r>
              <a:rPr sz="1800" spc="355"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30" dirty="0">
                <a:solidFill>
                  <a:srgbClr val="FFFFFF"/>
                </a:solidFill>
                <a:latin typeface="Arial"/>
                <a:cs typeface="Arial"/>
              </a:rPr>
              <a:t>damos</a:t>
            </a:r>
            <a:r>
              <a:rPr sz="1800" spc="355" dirty="0">
                <a:solidFill>
                  <a:srgbClr val="FFFFFF"/>
                </a:solidFill>
                <a:latin typeface="Arial"/>
                <a:cs typeface="Arial"/>
              </a:rPr>
              <a:t> </a:t>
            </a:r>
            <a:r>
              <a:rPr sz="1800" spc="120" dirty="0">
                <a:solidFill>
                  <a:srgbClr val="FFFFFF"/>
                </a:solidFill>
                <a:latin typeface="Arial"/>
                <a:cs typeface="Arial"/>
              </a:rPr>
              <a:t>click</a:t>
            </a:r>
            <a:endParaRPr sz="1800">
              <a:latin typeface="Arial"/>
              <a:cs typeface="Arial"/>
            </a:endParaRPr>
          </a:p>
        </p:txBody>
      </p:sp>
      <p:pic>
        <p:nvPicPr>
          <p:cNvPr id="6" name="object 6"/>
          <p:cNvPicPr/>
          <p:nvPr/>
        </p:nvPicPr>
        <p:blipFill>
          <a:blip r:embed="rId2" cstate="print"/>
          <a:stretch>
            <a:fillRect/>
          </a:stretch>
        </p:blipFill>
        <p:spPr>
          <a:xfrm>
            <a:off x="725017" y="1958632"/>
            <a:ext cx="8330742" cy="4358551"/>
          </a:xfrm>
          <a:prstGeom prst="rect">
            <a:avLst/>
          </a:prstGeom>
        </p:spPr>
      </p:pic>
      <p:pic>
        <p:nvPicPr>
          <p:cNvPr id="7" name="object 7"/>
          <p:cNvPicPr/>
          <p:nvPr/>
        </p:nvPicPr>
        <p:blipFill>
          <a:blip r:embed="rId3" cstate="print"/>
          <a:stretch>
            <a:fillRect/>
          </a:stretch>
        </p:blipFill>
        <p:spPr>
          <a:xfrm>
            <a:off x="9512427" y="1635950"/>
            <a:ext cx="8531225" cy="44545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25" dirty="0"/>
              <a:t>´Paso</a:t>
            </a:r>
            <a:r>
              <a:rPr spc="355" dirty="0"/>
              <a:t> </a:t>
            </a:r>
            <a:r>
              <a:rPr spc="70" dirty="0"/>
              <a:t>5:</a:t>
            </a:r>
            <a:r>
              <a:rPr spc="355" dirty="0"/>
              <a:t> </a:t>
            </a:r>
            <a:r>
              <a:rPr spc="145" dirty="0"/>
              <a:t>Configuración</a:t>
            </a:r>
            <a:r>
              <a:rPr spc="355" dirty="0"/>
              <a:t> </a:t>
            </a:r>
            <a:r>
              <a:rPr spc="70" dirty="0"/>
              <a:t>de</a:t>
            </a:r>
            <a:r>
              <a:rPr spc="360" dirty="0"/>
              <a:t> </a:t>
            </a:r>
            <a:r>
              <a:rPr spc="130" dirty="0"/>
              <a:t>Ubuntu</a:t>
            </a:r>
            <a:r>
              <a:rPr spc="355" dirty="0"/>
              <a:t> </a:t>
            </a:r>
            <a:r>
              <a:rPr dirty="0"/>
              <a:t>y</a:t>
            </a:r>
            <a:r>
              <a:rPr spc="355" dirty="0"/>
              <a:t> </a:t>
            </a:r>
            <a:r>
              <a:rPr spc="135" dirty="0"/>
              <a:t>instalacion</a:t>
            </a:r>
          </a:p>
        </p:txBody>
      </p:sp>
      <p:sp>
        <p:nvSpPr>
          <p:cNvPr id="3" name="object 3"/>
          <p:cNvSpPr txBox="1"/>
          <p:nvPr/>
        </p:nvSpPr>
        <p:spPr>
          <a:xfrm>
            <a:off x="832454" y="1707680"/>
            <a:ext cx="17188180" cy="4619625"/>
          </a:xfrm>
          <a:prstGeom prst="rect">
            <a:avLst/>
          </a:prstGeom>
        </p:spPr>
        <p:txBody>
          <a:bodyPr vert="horz" wrap="square" lIns="0" tIns="0" rIns="0" bIns="0" rtlCol="0">
            <a:spAutoFit/>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019"/>
              </a:spcBef>
            </a:pPr>
            <a:endParaRPr sz="1800">
              <a:latin typeface="Times New Roman"/>
              <a:cs typeface="Times New Roman"/>
            </a:endParaRPr>
          </a:p>
          <a:p>
            <a:pPr marR="556895" algn="ctr">
              <a:lnSpc>
                <a:spcPct val="100000"/>
              </a:lnSpc>
            </a:pPr>
            <a:r>
              <a:rPr sz="1800" spc="-25" dirty="0">
                <a:latin typeface="Calibri"/>
                <a:cs typeface="Calibri"/>
              </a:rPr>
              <a:t>03</a:t>
            </a:r>
            <a:endParaRPr sz="1800">
              <a:latin typeface="Calibri"/>
              <a:cs typeface="Calibri"/>
            </a:endParaRPr>
          </a:p>
        </p:txBody>
      </p:sp>
      <p:sp>
        <p:nvSpPr>
          <p:cNvPr id="4" name="object 4"/>
          <p:cNvSpPr txBox="1"/>
          <p:nvPr/>
        </p:nvSpPr>
        <p:spPr>
          <a:xfrm>
            <a:off x="535940" y="6789661"/>
            <a:ext cx="7044690" cy="848360"/>
          </a:xfrm>
          <a:prstGeom prst="rect">
            <a:avLst/>
          </a:prstGeom>
        </p:spPr>
        <p:txBody>
          <a:bodyPr vert="horz" wrap="square" lIns="0" tIns="12700" rIns="0" bIns="0" rtlCol="0">
            <a:spAutoFit/>
          </a:bodyPr>
          <a:lstStyle/>
          <a:p>
            <a:pPr marL="12700" marR="5080">
              <a:lnSpc>
                <a:spcPct val="100000"/>
              </a:lnSpc>
              <a:spcBef>
                <a:spcPts val="100"/>
              </a:spcBef>
            </a:pPr>
            <a:r>
              <a:rPr sz="1800" spc="80" dirty="0">
                <a:solidFill>
                  <a:srgbClr val="FFFFFF"/>
                </a:solidFill>
                <a:latin typeface="Arial"/>
                <a:cs typeface="Arial"/>
              </a:rPr>
              <a:t>Al</a:t>
            </a:r>
            <a:r>
              <a:rPr sz="1800" spc="350" dirty="0">
                <a:solidFill>
                  <a:srgbClr val="FFFFFF"/>
                </a:solidFill>
                <a:latin typeface="Arial"/>
                <a:cs typeface="Arial"/>
              </a:rPr>
              <a:t> </a:t>
            </a:r>
            <a:r>
              <a:rPr sz="1800" spc="145" dirty="0">
                <a:solidFill>
                  <a:srgbClr val="FFFFFF"/>
                </a:solidFill>
                <a:latin typeface="Arial"/>
                <a:cs typeface="Arial"/>
              </a:rPr>
              <a:t>reiniciar</a:t>
            </a:r>
            <a:r>
              <a:rPr sz="1800" spc="355" dirty="0">
                <a:solidFill>
                  <a:srgbClr val="FFFFFF"/>
                </a:solidFill>
                <a:latin typeface="Arial"/>
                <a:cs typeface="Arial"/>
              </a:rPr>
              <a:t> </a:t>
            </a:r>
            <a:r>
              <a:rPr sz="1800" spc="110" dirty="0">
                <a:solidFill>
                  <a:srgbClr val="FFFFFF"/>
                </a:solidFill>
                <a:latin typeface="Arial"/>
                <a:cs typeface="Arial"/>
              </a:rPr>
              <a:t>nos</a:t>
            </a:r>
            <a:r>
              <a:rPr sz="1800" spc="355" dirty="0">
                <a:solidFill>
                  <a:srgbClr val="FFFFFF"/>
                </a:solidFill>
                <a:latin typeface="Arial"/>
                <a:cs typeface="Arial"/>
              </a:rPr>
              <a:t> </a:t>
            </a:r>
            <a:r>
              <a:rPr sz="1800" spc="140" dirty="0">
                <a:solidFill>
                  <a:srgbClr val="FFFFFF"/>
                </a:solidFill>
                <a:latin typeface="Arial"/>
                <a:cs typeface="Arial"/>
              </a:rPr>
              <a:t>saldrá</a:t>
            </a:r>
            <a:r>
              <a:rPr sz="1800" spc="355" dirty="0">
                <a:solidFill>
                  <a:srgbClr val="FFFFFF"/>
                </a:solidFill>
                <a:latin typeface="Arial"/>
                <a:cs typeface="Arial"/>
              </a:rPr>
              <a:t> </a:t>
            </a:r>
            <a:r>
              <a:rPr sz="1800" spc="80" dirty="0">
                <a:solidFill>
                  <a:srgbClr val="FFFFFF"/>
                </a:solidFill>
                <a:latin typeface="Arial"/>
                <a:cs typeface="Arial"/>
              </a:rPr>
              <a:t>el</a:t>
            </a:r>
            <a:r>
              <a:rPr sz="1800" spc="355" dirty="0">
                <a:solidFill>
                  <a:srgbClr val="FFFFFF"/>
                </a:solidFill>
                <a:latin typeface="Arial"/>
                <a:cs typeface="Arial"/>
              </a:rPr>
              <a:t> </a:t>
            </a:r>
            <a:r>
              <a:rPr sz="1800" spc="120" dirty="0">
                <a:solidFill>
                  <a:srgbClr val="FFFFFF"/>
                </a:solidFill>
                <a:latin typeface="Arial"/>
                <a:cs typeface="Arial"/>
              </a:rPr>
              <a:t>menú</a:t>
            </a:r>
            <a:r>
              <a:rPr sz="1800" spc="355" dirty="0">
                <a:solidFill>
                  <a:srgbClr val="FFFFFF"/>
                </a:solidFill>
                <a:latin typeface="Arial"/>
                <a:cs typeface="Arial"/>
              </a:rPr>
              <a:t> </a:t>
            </a:r>
            <a:r>
              <a:rPr sz="1800" spc="85" dirty="0">
                <a:solidFill>
                  <a:srgbClr val="FFFFFF"/>
                </a:solidFill>
                <a:latin typeface="Arial"/>
                <a:cs typeface="Arial"/>
              </a:rPr>
              <a:t>de</a:t>
            </a:r>
            <a:r>
              <a:rPr sz="1800" spc="350" dirty="0">
                <a:solidFill>
                  <a:srgbClr val="FFFFFF"/>
                </a:solidFill>
                <a:latin typeface="Arial"/>
                <a:cs typeface="Arial"/>
              </a:rPr>
              <a:t> </a:t>
            </a:r>
            <a:r>
              <a:rPr sz="1800" spc="125" dirty="0">
                <a:solidFill>
                  <a:srgbClr val="FFFFFF"/>
                </a:solidFill>
                <a:latin typeface="Arial"/>
                <a:cs typeface="Arial"/>
              </a:rPr>
              <a:t>Grub</a:t>
            </a:r>
            <a:r>
              <a:rPr sz="1800" spc="355" dirty="0">
                <a:solidFill>
                  <a:srgbClr val="FFFFFF"/>
                </a:solidFill>
                <a:latin typeface="Arial"/>
                <a:cs typeface="Arial"/>
              </a:rPr>
              <a:t> </a:t>
            </a:r>
            <a:r>
              <a:rPr sz="1800" spc="135" dirty="0">
                <a:solidFill>
                  <a:srgbClr val="FFFFFF"/>
                </a:solidFill>
                <a:latin typeface="Arial"/>
                <a:cs typeface="Arial"/>
              </a:rPr>
              <a:t>donde</a:t>
            </a:r>
            <a:r>
              <a:rPr sz="1800" spc="355" dirty="0">
                <a:solidFill>
                  <a:srgbClr val="FFFFFF"/>
                </a:solidFill>
                <a:latin typeface="Arial"/>
                <a:cs typeface="Arial"/>
              </a:rPr>
              <a:t> </a:t>
            </a:r>
            <a:r>
              <a:rPr sz="1800" spc="130" dirty="0">
                <a:solidFill>
                  <a:srgbClr val="FFFFFF"/>
                </a:solidFill>
                <a:latin typeface="Arial"/>
                <a:cs typeface="Arial"/>
              </a:rPr>
              <a:t>vemos</a:t>
            </a:r>
            <a:r>
              <a:rPr sz="1800" spc="355" dirty="0">
                <a:solidFill>
                  <a:srgbClr val="FFFFFF"/>
                </a:solidFill>
                <a:latin typeface="Arial"/>
                <a:cs typeface="Arial"/>
              </a:rPr>
              <a:t> </a:t>
            </a:r>
            <a:r>
              <a:rPr sz="1800" spc="85" dirty="0">
                <a:solidFill>
                  <a:srgbClr val="FFFFFF"/>
                </a:solidFill>
                <a:latin typeface="Arial"/>
                <a:cs typeface="Arial"/>
              </a:rPr>
              <a:t>que ya</a:t>
            </a:r>
            <a:r>
              <a:rPr sz="1800" spc="355" dirty="0">
                <a:solidFill>
                  <a:srgbClr val="FFFFFF"/>
                </a:solidFill>
                <a:latin typeface="Arial"/>
                <a:cs typeface="Arial"/>
              </a:rPr>
              <a:t> </a:t>
            </a:r>
            <a:r>
              <a:rPr sz="1800" spc="125" dirty="0">
                <a:solidFill>
                  <a:srgbClr val="FFFFFF"/>
                </a:solidFill>
                <a:latin typeface="Arial"/>
                <a:cs typeface="Arial"/>
              </a:rPr>
              <a:t>esta</a:t>
            </a:r>
            <a:r>
              <a:rPr sz="1800" spc="355" dirty="0">
                <a:solidFill>
                  <a:srgbClr val="FFFFFF"/>
                </a:solidFill>
                <a:latin typeface="Arial"/>
                <a:cs typeface="Arial"/>
              </a:rPr>
              <a:t> </a:t>
            </a:r>
            <a:r>
              <a:rPr sz="1800" spc="150" dirty="0">
                <a:solidFill>
                  <a:srgbClr val="FFFFFF"/>
                </a:solidFill>
                <a:latin typeface="Arial"/>
                <a:cs typeface="Arial"/>
              </a:rPr>
              <a:t>instalado</a:t>
            </a:r>
            <a:r>
              <a:rPr sz="1800" spc="355" dirty="0">
                <a:solidFill>
                  <a:srgbClr val="FFFFFF"/>
                </a:solidFill>
                <a:latin typeface="Arial"/>
                <a:cs typeface="Arial"/>
              </a:rPr>
              <a:t> </a:t>
            </a:r>
            <a:r>
              <a:rPr sz="1800" spc="140" dirty="0">
                <a:solidFill>
                  <a:srgbClr val="FFFFFF"/>
                </a:solidFill>
                <a:latin typeface="Arial"/>
                <a:cs typeface="Arial"/>
              </a:rPr>
              <a:t>Ubuntu</a:t>
            </a:r>
            <a:r>
              <a:rPr sz="1800" spc="355" dirty="0">
                <a:solidFill>
                  <a:srgbClr val="FFFFFF"/>
                </a:solidFill>
                <a:latin typeface="Arial"/>
                <a:cs typeface="Arial"/>
              </a:rPr>
              <a:t> </a:t>
            </a:r>
            <a:r>
              <a:rPr sz="1800" dirty="0">
                <a:solidFill>
                  <a:srgbClr val="FFFFFF"/>
                </a:solidFill>
                <a:latin typeface="Arial"/>
                <a:cs typeface="Arial"/>
              </a:rPr>
              <a:t>y</a:t>
            </a:r>
            <a:r>
              <a:rPr sz="1800" spc="355" dirty="0">
                <a:solidFill>
                  <a:srgbClr val="FFFFFF"/>
                </a:solidFill>
                <a:latin typeface="Arial"/>
                <a:cs typeface="Arial"/>
              </a:rPr>
              <a:t> </a:t>
            </a:r>
            <a:r>
              <a:rPr sz="1800" spc="140" dirty="0">
                <a:solidFill>
                  <a:srgbClr val="FFFFFF"/>
                </a:solidFill>
                <a:latin typeface="Arial"/>
                <a:cs typeface="Arial"/>
              </a:rPr>
              <a:t>tenemos</a:t>
            </a:r>
            <a:r>
              <a:rPr sz="1800" spc="355" dirty="0">
                <a:solidFill>
                  <a:srgbClr val="FFFFFF"/>
                </a:solidFill>
                <a:latin typeface="Arial"/>
                <a:cs typeface="Arial"/>
              </a:rPr>
              <a:t> </a:t>
            </a:r>
            <a:r>
              <a:rPr sz="1800" spc="135" dirty="0">
                <a:solidFill>
                  <a:srgbClr val="FFFFFF"/>
                </a:solidFill>
                <a:latin typeface="Arial"/>
                <a:cs typeface="Arial"/>
              </a:rPr>
              <a:t>Windows</a:t>
            </a:r>
            <a:r>
              <a:rPr sz="1800" spc="345" dirty="0">
                <a:solidFill>
                  <a:srgbClr val="FFFFFF"/>
                </a:solidFill>
                <a:latin typeface="Arial"/>
                <a:cs typeface="Arial"/>
              </a:rPr>
              <a:t> </a:t>
            </a:r>
            <a:r>
              <a:rPr sz="1800" spc="80" dirty="0">
                <a:solidFill>
                  <a:srgbClr val="FFFFFF"/>
                </a:solidFill>
                <a:latin typeface="Arial"/>
                <a:cs typeface="Arial"/>
              </a:rPr>
              <a:t>ya</a:t>
            </a:r>
            <a:r>
              <a:rPr sz="1800" spc="355" dirty="0">
                <a:solidFill>
                  <a:srgbClr val="FFFFFF"/>
                </a:solidFill>
                <a:latin typeface="Arial"/>
                <a:cs typeface="Arial"/>
              </a:rPr>
              <a:t> </a:t>
            </a:r>
            <a:r>
              <a:rPr sz="1800" spc="105" dirty="0">
                <a:solidFill>
                  <a:srgbClr val="FFFFFF"/>
                </a:solidFill>
                <a:latin typeface="Arial"/>
                <a:cs typeface="Arial"/>
              </a:rPr>
              <a:t>solo </a:t>
            </a:r>
            <a:r>
              <a:rPr sz="1800" spc="130" dirty="0">
                <a:solidFill>
                  <a:srgbClr val="FFFFFF"/>
                </a:solidFill>
                <a:latin typeface="Arial"/>
                <a:cs typeface="Arial"/>
              </a:rPr>
              <a:t>seria</a:t>
            </a:r>
            <a:r>
              <a:rPr sz="1800" spc="360" dirty="0">
                <a:solidFill>
                  <a:srgbClr val="FFFFFF"/>
                </a:solidFill>
                <a:latin typeface="Arial"/>
                <a:cs typeface="Arial"/>
              </a:rPr>
              <a:t> </a:t>
            </a:r>
            <a:r>
              <a:rPr sz="1800" spc="85" dirty="0">
                <a:solidFill>
                  <a:srgbClr val="FFFFFF"/>
                </a:solidFill>
                <a:latin typeface="Arial"/>
                <a:cs typeface="Arial"/>
              </a:rPr>
              <a:t>de</a:t>
            </a:r>
            <a:r>
              <a:rPr sz="1800" spc="360" dirty="0">
                <a:solidFill>
                  <a:srgbClr val="FFFFFF"/>
                </a:solidFill>
                <a:latin typeface="Arial"/>
                <a:cs typeface="Arial"/>
              </a:rPr>
              <a:t> </a:t>
            </a:r>
            <a:r>
              <a:rPr sz="1800" spc="150" dirty="0">
                <a:solidFill>
                  <a:srgbClr val="FFFFFF"/>
                </a:solidFill>
                <a:latin typeface="Arial"/>
                <a:cs typeface="Arial"/>
              </a:rPr>
              <a:t>seleccionar</a:t>
            </a:r>
            <a:r>
              <a:rPr sz="1800" spc="360" dirty="0">
                <a:solidFill>
                  <a:srgbClr val="FFFFFF"/>
                </a:solidFill>
                <a:latin typeface="Arial"/>
                <a:cs typeface="Arial"/>
              </a:rPr>
              <a:t> </a:t>
            </a:r>
            <a:r>
              <a:rPr sz="1800" spc="110" dirty="0">
                <a:solidFill>
                  <a:srgbClr val="FFFFFF"/>
                </a:solidFill>
                <a:latin typeface="Arial"/>
                <a:cs typeface="Arial"/>
              </a:rPr>
              <a:t>que</a:t>
            </a:r>
            <a:r>
              <a:rPr sz="1800" spc="360" dirty="0">
                <a:solidFill>
                  <a:srgbClr val="FFFFFF"/>
                </a:solidFill>
                <a:latin typeface="Arial"/>
                <a:cs typeface="Arial"/>
              </a:rPr>
              <a:t> </a:t>
            </a:r>
            <a:r>
              <a:rPr sz="1800" spc="140" dirty="0">
                <a:solidFill>
                  <a:srgbClr val="FFFFFF"/>
                </a:solidFill>
                <a:latin typeface="Arial"/>
                <a:cs typeface="Arial"/>
              </a:rPr>
              <a:t>sistema</a:t>
            </a:r>
            <a:r>
              <a:rPr sz="1800" spc="365" dirty="0">
                <a:solidFill>
                  <a:srgbClr val="FFFFFF"/>
                </a:solidFill>
                <a:latin typeface="Arial"/>
                <a:cs typeface="Arial"/>
              </a:rPr>
              <a:t> </a:t>
            </a:r>
            <a:r>
              <a:rPr sz="1800" spc="145" dirty="0">
                <a:solidFill>
                  <a:srgbClr val="FFFFFF"/>
                </a:solidFill>
                <a:latin typeface="Arial"/>
                <a:cs typeface="Arial"/>
              </a:rPr>
              <a:t>queremos</a:t>
            </a:r>
            <a:r>
              <a:rPr sz="1800" spc="360" dirty="0">
                <a:solidFill>
                  <a:srgbClr val="FFFFFF"/>
                </a:solidFill>
                <a:latin typeface="Arial"/>
                <a:cs typeface="Arial"/>
              </a:rPr>
              <a:t> </a:t>
            </a:r>
            <a:r>
              <a:rPr sz="1800" spc="135" dirty="0">
                <a:solidFill>
                  <a:srgbClr val="FFFFFF"/>
                </a:solidFill>
                <a:latin typeface="Arial"/>
                <a:cs typeface="Arial"/>
              </a:rPr>
              <a:t>ejecutar</a:t>
            </a:r>
            <a:endParaRPr sz="1800">
              <a:latin typeface="Arial"/>
              <a:cs typeface="Arial"/>
            </a:endParaRPr>
          </a:p>
        </p:txBody>
      </p:sp>
      <p:sp>
        <p:nvSpPr>
          <p:cNvPr id="5" name="object 5"/>
          <p:cNvSpPr txBox="1"/>
          <p:nvPr/>
        </p:nvSpPr>
        <p:spPr>
          <a:xfrm>
            <a:off x="10776801" y="6604990"/>
            <a:ext cx="536194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a:cs typeface="Arial"/>
              </a:rPr>
              <a:t>Y</a:t>
            </a:r>
            <a:r>
              <a:rPr sz="1800" spc="350" dirty="0">
                <a:solidFill>
                  <a:srgbClr val="FFFFFF"/>
                </a:solidFill>
                <a:latin typeface="Arial"/>
                <a:cs typeface="Arial"/>
              </a:rPr>
              <a:t> </a:t>
            </a:r>
            <a:r>
              <a:rPr sz="1800" spc="110" dirty="0">
                <a:solidFill>
                  <a:srgbClr val="FFFFFF"/>
                </a:solidFill>
                <a:latin typeface="Arial"/>
                <a:cs typeface="Arial"/>
              </a:rPr>
              <a:t>con</a:t>
            </a:r>
            <a:r>
              <a:rPr sz="1800" spc="355" dirty="0">
                <a:solidFill>
                  <a:srgbClr val="FFFFFF"/>
                </a:solidFill>
                <a:latin typeface="Arial"/>
                <a:cs typeface="Arial"/>
              </a:rPr>
              <a:t> </a:t>
            </a:r>
            <a:r>
              <a:rPr sz="1800" spc="125" dirty="0">
                <a:solidFill>
                  <a:srgbClr val="FFFFFF"/>
                </a:solidFill>
                <a:latin typeface="Arial"/>
                <a:cs typeface="Arial"/>
              </a:rPr>
              <a:t>esto</a:t>
            </a:r>
            <a:r>
              <a:rPr sz="1800" spc="355" dirty="0">
                <a:solidFill>
                  <a:srgbClr val="FFFFFF"/>
                </a:solidFill>
                <a:latin typeface="Arial"/>
                <a:cs typeface="Arial"/>
              </a:rPr>
              <a:t> </a:t>
            </a:r>
            <a:r>
              <a:rPr sz="1800" spc="145" dirty="0">
                <a:solidFill>
                  <a:srgbClr val="FFFFFF"/>
                </a:solidFill>
                <a:latin typeface="Arial"/>
                <a:cs typeface="Arial"/>
              </a:rPr>
              <a:t>quedaría</a:t>
            </a:r>
            <a:r>
              <a:rPr sz="1800" spc="355" dirty="0">
                <a:solidFill>
                  <a:srgbClr val="FFFFFF"/>
                </a:solidFill>
                <a:latin typeface="Arial"/>
                <a:cs typeface="Arial"/>
              </a:rPr>
              <a:t> </a:t>
            </a:r>
            <a:r>
              <a:rPr sz="1800" spc="150" dirty="0">
                <a:solidFill>
                  <a:srgbClr val="FFFFFF"/>
                </a:solidFill>
                <a:latin typeface="Arial"/>
                <a:cs typeface="Arial"/>
              </a:rPr>
              <a:t>instalado</a:t>
            </a:r>
            <a:r>
              <a:rPr sz="1800" spc="355" dirty="0">
                <a:solidFill>
                  <a:srgbClr val="FFFFFF"/>
                </a:solidFill>
                <a:latin typeface="Arial"/>
                <a:cs typeface="Arial"/>
              </a:rPr>
              <a:t> </a:t>
            </a:r>
            <a:r>
              <a:rPr sz="1800" spc="140" dirty="0">
                <a:solidFill>
                  <a:srgbClr val="FFFFFF"/>
                </a:solidFill>
                <a:latin typeface="Arial"/>
                <a:cs typeface="Arial"/>
              </a:rPr>
              <a:t>Ubuntu</a:t>
            </a:r>
            <a:r>
              <a:rPr sz="1800" spc="355" dirty="0">
                <a:solidFill>
                  <a:srgbClr val="FFFFFF"/>
                </a:solidFill>
                <a:latin typeface="Arial"/>
                <a:cs typeface="Arial"/>
              </a:rPr>
              <a:t> </a:t>
            </a:r>
            <a:r>
              <a:rPr sz="1800" spc="125" dirty="0">
                <a:solidFill>
                  <a:srgbClr val="FFFFFF"/>
                </a:solidFill>
                <a:latin typeface="Arial"/>
                <a:cs typeface="Arial"/>
              </a:rPr>
              <a:t>Linux</a:t>
            </a:r>
            <a:endParaRPr sz="1800">
              <a:latin typeface="Arial"/>
              <a:cs typeface="Arial"/>
            </a:endParaRPr>
          </a:p>
        </p:txBody>
      </p:sp>
      <p:grpSp>
        <p:nvGrpSpPr>
          <p:cNvPr id="6" name="object 6"/>
          <p:cNvGrpSpPr/>
          <p:nvPr/>
        </p:nvGrpSpPr>
        <p:grpSpPr>
          <a:xfrm>
            <a:off x="832454" y="1707680"/>
            <a:ext cx="17188180" cy="4619625"/>
            <a:chOff x="832454" y="1707680"/>
            <a:chExt cx="17188180" cy="4619625"/>
          </a:xfrm>
        </p:grpSpPr>
        <p:pic>
          <p:nvPicPr>
            <p:cNvPr id="7" name="object 7"/>
            <p:cNvPicPr/>
            <p:nvPr/>
          </p:nvPicPr>
          <p:blipFill>
            <a:blip r:embed="rId2" cstate="print"/>
            <a:stretch>
              <a:fillRect/>
            </a:stretch>
          </p:blipFill>
          <p:spPr>
            <a:xfrm>
              <a:off x="832454" y="1959279"/>
              <a:ext cx="8345957" cy="4305630"/>
            </a:xfrm>
            <a:prstGeom prst="rect">
              <a:avLst/>
            </a:prstGeom>
          </p:spPr>
        </p:pic>
        <p:pic>
          <p:nvPicPr>
            <p:cNvPr id="8" name="object 8"/>
            <p:cNvPicPr/>
            <p:nvPr/>
          </p:nvPicPr>
          <p:blipFill>
            <a:blip r:embed="rId3" cstate="print"/>
            <a:stretch>
              <a:fillRect/>
            </a:stretch>
          </p:blipFill>
          <p:spPr>
            <a:xfrm>
              <a:off x="9200540" y="1707680"/>
              <a:ext cx="8820086" cy="4619167"/>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200" y="1473663"/>
            <a:ext cx="6070016" cy="8045792"/>
          </a:xfrm>
          <a:prstGeom prst="rect">
            <a:avLst/>
          </a:prstGeom>
        </p:spPr>
        <p:txBody>
          <a:bodyPr vert="horz" wrap="square" lIns="0" tIns="12700" rIns="0" bIns="0" rtlCol="0">
            <a:spAutoFit/>
          </a:bodyPr>
          <a:lstStyle/>
          <a:p>
            <a:r>
              <a:rPr lang="es-ES" dirty="0">
                <a:solidFill>
                  <a:schemeClr val="bg1"/>
                </a:solidFill>
              </a:rPr>
              <a:t>Paso 1: Verificación de Docker</a:t>
            </a:r>
          </a:p>
          <a:p>
            <a:r>
              <a:rPr lang="es-ES" dirty="0">
                <a:solidFill>
                  <a:schemeClr val="bg1"/>
                </a:solidFill>
              </a:rPr>
              <a:t>Primero se verificó que Docker estuviera instalado correctamente en el sistema Linux. Para esto se utilizó el siguiente comando en la terminal:</a:t>
            </a:r>
          </a:p>
          <a:p>
            <a:r>
              <a:rPr lang="es-ES" dirty="0" err="1">
                <a:solidFill>
                  <a:schemeClr val="bg1"/>
                </a:solidFill>
              </a:rPr>
              <a:t>docker</a:t>
            </a:r>
            <a:r>
              <a:rPr lang="es-ES" dirty="0">
                <a:solidFill>
                  <a:schemeClr val="bg1"/>
                </a:solidFill>
              </a:rPr>
              <a:t> --</a:t>
            </a:r>
            <a:r>
              <a:rPr lang="es-ES" dirty="0" err="1">
                <a:solidFill>
                  <a:schemeClr val="bg1"/>
                </a:solidFill>
              </a:rPr>
              <a:t>version</a:t>
            </a:r>
            <a:endParaRPr lang="es-ES" dirty="0">
              <a:solidFill>
                <a:schemeClr val="bg1"/>
              </a:solidFill>
            </a:endParaRPr>
          </a:p>
          <a:p>
            <a:r>
              <a:rPr lang="es-ES" dirty="0">
                <a:solidFill>
                  <a:schemeClr val="bg1"/>
                </a:solidFill>
              </a:rPr>
              <a:t>Al ejecutar el comando, la terminal mostró la versión instalada de Docker, por lo que se confirmó que la herramienta estaba funcionando correctamente y lista para crear contenedores.</a:t>
            </a:r>
          </a:p>
          <a:p>
            <a:r>
              <a:rPr lang="es-ES" dirty="0">
                <a:solidFill>
                  <a:schemeClr val="bg1"/>
                </a:solidFill>
              </a:rPr>
              <a:t>Paso 2: Descarga de la imagen de MySQL</a:t>
            </a:r>
          </a:p>
          <a:p>
            <a:r>
              <a:rPr lang="es-ES" dirty="0">
                <a:solidFill>
                  <a:schemeClr val="bg1"/>
                </a:solidFill>
              </a:rPr>
              <a:t>Después se descargó la imagen de MySQL desde Docker Hub con el siguiente comando:</a:t>
            </a:r>
          </a:p>
          <a:p>
            <a:r>
              <a:rPr lang="es-ES" dirty="0" err="1">
                <a:solidFill>
                  <a:schemeClr val="bg1"/>
                </a:solidFill>
              </a:rPr>
              <a:t>docker</a:t>
            </a:r>
            <a:r>
              <a:rPr lang="es-ES" dirty="0">
                <a:solidFill>
                  <a:schemeClr val="bg1"/>
                </a:solidFill>
              </a:rPr>
              <a:t> </a:t>
            </a:r>
            <a:r>
              <a:rPr lang="es-ES" dirty="0" err="1">
                <a:solidFill>
                  <a:schemeClr val="bg1"/>
                </a:solidFill>
              </a:rPr>
              <a:t>pull</a:t>
            </a:r>
            <a:r>
              <a:rPr lang="es-ES" dirty="0">
                <a:solidFill>
                  <a:schemeClr val="bg1"/>
                </a:solidFill>
              </a:rPr>
              <a:t> </a:t>
            </a:r>
            <a:r>
              <a:rPr lang="es-ES" dirty="0" err="1">
                <a:solidFill>
                  <a:schemeClr val="bg1"/>
                </a:solidFill>
              </a:rPr>
              <a:t>mysql</a:t>
            </a:r>
            <a:endParaRPr lang="es-ES" dirty="0">
              <a:solidFill>
                <a:schemeClr val="bg1"/>
              </a:solidFill>
            </a:endParaRPr>
          </a:p>
          <a:p>
            <a:r>
              <a:rPr lang="es-ES" dirty="0">
                <a:solidFill>
                  <a:schemeClr val="bg1"/>
                </a:solidFill>
              </a:rPr>
              <a:t>Este comando permitió obtener la imagen necesaria para crear el contenedor de MySQL. Una vez finalizada la descarga, Docker dejó la imagen disponible en el equipo para poder utilizarla.</a:t>
            </a:r>
          </a:p>
          <a:p>
            <a:r>
              <a:rPr lang="es-ES" dirty="0">
                <a:solidFill>
                  <a:schemeClr val="bg1"/>
                </a:solidFill>
              </a:rPr>
              <a:t>Paso 3: Creación del contenedor de MySQL</a:t>
            </a:r>
          </a:p>
          <a:p>
            <a:r>
              <a:rPr lang="es-ES" dirty="0">
                <a:solidFill>
                  <a:schemeClr val="bg1"/>
                </a:solidFill>
              </a:rPr>
              <a:t>Luego se creó el contenedor de MySQL usando el siguiente comando:</a:t>
            </a:r>
          </a:p>
          <a:p>
            <a:r>
              <a:rPr lang="es-ES" dirty="0" err="1">
                <a:solidFill>
                  <a:schemeClr val="bg1"/>
                </a:solidFill>
              </a:rPr>
              <a:t>docker</a:t>
            </a:r>
            <a:r>
              <a:rPr lang="es-ES" dirty="0">
                <a:solidFill>
                  <a:schemeClr val="bg1"/>
                </a:solidFill>
              </a:rPr>
              <a:t> run -d \</a:t>
            </a:r>
          </a:p>
          <a:p>
            <a:r>
              <a:rPr lang="es-ES" dirty="0">
                <a:solidFill>
                  <a:schemeClr val="bg1"/>
                </a:solidFill>
              </a:rPr>
              <a:t>--</a:t>
            </a:r>
            <a:r>
              <a:rPr lang="es-ES" dirty="0" err="1">
                <a:solidFill>
                  <a:schemeClr val="bg1"/>
                </a:solidFill>
              </a:rPr>
              <a:t>name</a:t>
            </a:r>
            <a:r>
              <a:rPr lang="es-ES" dirty="0">
                <a:solidFill>
                  <a:schemeClr val="bg1"/>
                </a:solidFill>
              </a:rPr>
              <a:t> </a:t>
            </a:r>
            <a:r>
              <a:rPr lang="es-ES" dirty="0" err="1">
                <a:solidFill>
                  <a:schemeClr val="bg1"/>
                </a:solidFill>
              </a:rPr>
              <a:t>mysql-db</a:t>
            </a:r>
            <a:r>
              <a:rPr lang="es-ES" dirty="0">
                <a:solidFill>
                  <a:schemeClr val="bg1"/>
                </a:solidFill>
              </a:rPr>
              <a:t> \</a:t>
            </a:r>
          </a:p>
          <a:p>
            <a:r>
              <a:rPr lang="es-ES" dirty="0">
                <a:solidFill>
                  <a:schemeClr val="bg1"/>
                </a:solidFill>
              </a:rPr>
              <a:t>-e MYSQL_ROOT_PASSWORD=12345 \</a:t>
            </a:r>
          </a:p>
          <a:p>
            <a:r>
              <a:rPr lang="es-ES" dirty="0">
                <a:solidFill>
                  <a:schemeClr val="bg1"/>
                </a:solidFill>
              </a:rPr>
              <a:t>-p 3307:3306 \</a:t>
            </a:r>
          </a:p>
          <a:p>
            <a:r>
              <a:rPr lang="es-ES" dirty="0" err="1">
                <a:solidFill>
                  <a:schemeClr val="bg1"/>
                </a:solidFill>
              </a:rPr>
              <a:t>mysql</a:t>
            </a:r>
            <a:endParaRPr lang="es-ES" dirty="0">
              <a:solidFill>
                <a:schemeClr val="bg1"/>
              </a:solidFill>
            </a:endParaRPr>
          </a:p>
          <a:p>
            <a:r>
              <a:rPr lang="es-ES" dirty="0">
                <a:solidFill>
                  <a:schemeClr val="bg1"/>
                </a:solidFill>
              </a:rPr>
              <a:t>En este paso se creó un contenedor llamado </a:t>
            </a:r>
            <a:r>
              <a:rPr lang="es-ES" dirty="0" err="1">
                <a:solidFill>
                  <a:schemeClr val="bg1"/>
                </a:solidFill>
              </a:rPr>
              <a:t>mysql-db</a:t>
            </a:r>
            <a:r>
              <a:rPr lang="es-ES" dirty="0">
                <a:solidFill>
                  <a:schemeClr val="bg1"/>
                </a:solidFill>
              </a:rPr>
              <a:t>. También se configuró la contraseña del usuario </a:t>
            </a:r>
            <a:r>
              <a:rPr lang="es-ES" dirty="0" err="1">
                <a:solidFill>
                  <a:schemeClr val="bg1"/>
                </a:solidFill>
              </a:rPr>
              <a:t>root</a:t>
            </a:r>
            <a:r>
              <a:rPr lang="es-ES" dirty="0">
                <a:solidFill>
                  <a:schemeClr val="bg1"/>
                </a:solidFill>
              </a:rPr>
              <a:t> y se asignó el puerto 3307 del equipo al puerto 3306 del contenedor, que es el puerto interno de MySQL.</a:t>
            </a:r>
          </a:p>
        </p:txBody>
      </p:sp>
      <p:sp>
        <p:nvSpPr>
          <p:cNvPr id="3" name="object 3"/>
          <p:cNvSpPr txBox="1">
            <a:spLocks noGrp="1"/>
          </p:cNvSpPr>
          <p:nvPr>
            <p:ph type="title"/>
          </p:nvPr>
        </p:nvSpPr>
        <p:spPr>
          <a:xfrm>
            <a:off x="2644901" y="-52706"/>
            <a:ext cx="6734175" cy="1490152"/>
          </a:xfrm>
          <a:prstGeom prst="rect">
            <a:avLst/>
          </a:prstGeom>
        </p:spPr>
        <p:txBody>
          <a:bodyPr vert="horz" wrap="square" lIns="0" tIns="12700" rIns="0" bIns="0" rtlCol="0">
            <a:spAutoFit/>
          </a:bodyPr>
          <a:lstStyle/>
          <a:p>
            <a:pPr marL="12700">
              <a:lnSpc>
                <a:spcPct val="100000"/>
              </a:lnSpc>
              <a:spcBef>
                <a:spcPts val="100"/>
              </a:spcBef>
              <a:tabLst>
                <a:tab pos="1706245" algn="l"/>
                <a:tab pos="2892425" algn="l"/>
                <a:tab pos="4383405" algn="l"/>
                <a:tab pos="5230495" algn="l"/>
              </a:tabLst>
            </a:pPr>
            <a:r>
              <a:rPr sz="3200" spc="-10" dirty="0" err="1"/>
              <a:t>Crea</a:t>
            </a:r>
            <a:r>
              <a:rPr lang="es-ES" sz="3200" spc="-10" dirty="0" err="1"/>
              <a:t>cion</a:t>
            </a:r>
            <a:r>
              <a:rPr lang="es-ES" sz="3200" spc="-10" dirty="0"/>
              <a:t> de</a:t>
            </a:r>
            <a:r>
              <a:rPr sz="3200" dirty="0"/>
              <a:t>	</a:t>
            </a:r>
            <a:r>
              <a:rPr sz="3200" spc="-25" dirty="0"/>
              <a:t>una</a:t>
            </a:r>
            <a:r>
              <a:rPr sz="3200" dirty="0"/>
              <a:t>	</a:t>
            </a:r>
            <a:r>
              <a:rPr sz="3200" spc="-20" dirty="0"/>
              <a:t>base</a:t>
            </a:r>
            <a:r>
              <a:rPr sz="3200" dirty="0"/>
              <a:t>	</a:t>
            </a:r>
            <a:r>
              <a:rPr sz="3200" spc="-25" dirty="0"/>
              <a:t>de</a:t>
            </a:r>
            <a:r>
              <a:rPr sz="3200" dirty="0"/>
              <a:t>	</a:t>
            </a:r>
            <a:r>
              <a:rPr sz="3200" spc="-10" dirty="0" err="1"/>
              <a:t>datos</a:t>
            </a:r>
            <a:r>
              <a:rPr lang="es-ES" sz="3200" spc="-10" dirty="0"/>
              <a:t> DE MYSQL MEDINATE DOCKER</a:t>
            </a:r>
            <a:endParaRPr sz="3200" dirty="0"/>
          </a:p>
        </p:txBody>
      </p:sp>
      <p:sp>
        <p:nvSpPr>
          <p:cNvPr id="4" name="object 4"/>
          <p:cNvSpPr txBox="1"/>
          <p:nvPr/>
        </p:nvSpPr>
        <p:spPr>
          <a:xfrm>
            <a:off x="1472044" y="798271"/>
            <a:ext cx="13428344" cy="4688463"/>
          </a:xfrm>
          <a:prstGeom prst="rect">
            <a:avLst/>
          </a:prstGeom>
        </p:spPr>
        <p:txBody>
          <a:bodyPr vert="horz" wrap="square" lIns="0" tIns="0" rIns="0" bIns="0" rtlCol="0">
            <a:spAutoFit/>
          </a:bodyPr>
          <a:lstStyle/>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spcBef>
                <a:spcPts val="1970"/>
              </a:spcBef>
            </a:pPr>
            <a:endParaRPr sz="1800" dirty="0">
              <a:latin typeface="Times New Roman"/>
              <a:cs typeface="Times New Roman"/>
            </a:endParaRPr>
          </a:p>
          <a:p>
            <a:pPr marL="1915795" algn="ctr">
              <a:lnSpc>
                <a:spcPct val="100000"/>
              </a:lnSpc>
            </a:pPr>
            <a:endParaRPr lang="es-ES" sz="1800" spc="-25" dirty="0">
              <a:latin typeface="Calibri"/>
              <a:cs typeface="Calibri"/>
            </a:endParaRPr>
          </a:p>
        </p:txBody>
      </p:sp>
      <p:pic>
        <p:nvPicPr>
          <p:cNvPr id="13" name="Imagen 12">
            <a:extLst>
              <a:ext uri="{FF2B5EF4-FFF2-40B4-BE49-F238E27FC236}">
                <a16:creationId xmlns:a16="http://schemas.microsoft.com/office/drawing/2014/main" id="{C8912C05-1C62-B58C-73A0-D09976A6F4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8559" y="1943100"/>
            <a:ext cx="11214693" cy="57054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200" y="1473663"/>
            <a:ext cx="6070016" cy="7491794"/>
          </a:xfrm>
          <a:prstGeom prst="rect">
            <a:avLst/>
          </a:prstGeom>
        </p:spPr>
        <p:txBody>
          <a:bodyPr vert="horz" wrap="square" lIns="0" tIns="12700" rIns="0" bIns="0" rtlCol="0">
            <a:spAutoFit/>
          </a:bodyPr>
          <a:lstStyle/>
          <a:p>
            <a:r>
              <a:rPr lang="es-ES" dirty="0">
                <a:solidFill>
                  <a:schemeClr val="bg1"/>
                </a:solidFill>
              </a:rPr>
              <a:t>Paso 4: Verificación del contenedor</a:t>
            </a:r>
          </a:p>
          <a:p>
            <a:r>
              <a:rPr lang="es-ES" dirty="0">
                <a:solidFill>
                  <a:schemeClr val="bg1"/>
                </a:solidFill>
              </a:rPr>
              <a:t>Para confirmar que el contenedor se creó correctamente, se utilizó el comando:</a:t>
            </a:r>
          </a:p>
          <a:p>
            <a:r>
              <a:rPr lang="es-ES" dirty="0" err="1">
                <a:solidFill>
                  <a:schemeClr val="bg1"/>
                </a:solidFill>
              </a:rPr>
              <a:t>docker</a:t>
            </a:r>
            <a:r>
              <a:rPr lang="es-ES" dirty="0">
                <a:solidFill>
                  <a:schemeClr val="bg1"/>
                </a:solidFill>
              </a:rPr>
              <a:t> </a:t>
            </a:r>
            <a:r>
              <a:rPr lang="es-ES" dirty="0" err="1">
                <a:solidFill>
                  <a:schemeClr val="bg1"/>
                </a:solidFill>
              </a:rPr>
              <a:t>ps</a:t>
            </a:r>
            <a:r>
              <a:rPr lang="es-ES" dirty="0">
                <a:solidFill>
                  <a:schemeClr val="bg1"/>
                </a:solidFill>
              </a:rPr>
              <a:t> -a</a:t>
            </a:r>
          </a:p>
          <a:p>
            <a:r>
              <a:rPr lang="es-ES" dirty="0">
                <a:solidFill>
                  <a:schemeClr val="bg1"/>
                </a:solidFill>
              </a:rPr>
              <a:t>En la lista de contenedores apareció </a:t>
            </a:r>
            <a:r>
              <a:rPr lang="es-ES" dirty="0" err="1">
                <a:solidFill>
                  <a:schemeClr val="bg1"/>
                </a:solidFill>
              </a:rPr>
              <a:t>mysql-db</a:t>
            </a:r>
            <a:r>
              <a:rPr lang="es-ES" dirty="0">
                <a:solidFill>
                  <a:schemeClr val="bg1"/>
                </a:solidFill>
              </a:rPr>
              <a:t>, lo cual confirmó que el contenedor de MySQL fue creado correctamente mediante Docker.</a:t>
            </a:r>
          </a:p>
          <a:p>
            <a:r>
              <a:rPr lang="es-ES" dirty="0">
                <a:solidFill>
                  <a:schemeClr val="bg1"/>
                </a:solidFill>
              </a:rPr>
              <a:t>Paso 5: Ingreso al contenedor de MySQL</a:t>
            </a:r>
          </a:p>
          <a:p>
            <a:r>
              <a:rPr lang="es-ES" dirty="0">
                <a:solidFill>
                  <a:schemeClr val="bg1"/>
                </a:solidFill>
              </a:rPr>
              <a:t>Después se ingresó al contenedor con el siguiente comando:</a:t>
            </a:r>
          </a:p>
          <a:p>
            <a:r>
              <a:rPr lang="es-ES" dirty="0" err="1">
                <a:solidFill>
                  <a:schemeClr val="bg1"/>
                </a:solidFill>
              </a:rPr>
              <a:t>docker</a:t>
            </a:r>
            <a:r>
              <a:rPr lang="es-ES" dirty="0">
                <a:solidFill>
                  <a:schemeClr val="bg1"/>
                </a:solidFill>
              </a:rPr>
              <a:t> </a:t>
            </a:r>
            <a:r>
              <a:rPr lang="es-ES" dirty="0" err="1">
                <a:solidFill>
                  <a:schemeClr val="bg1"/>
                </a:solidFill>
              </a:rPr>
              <a:t>exec</a:t>
            </a:r>
            <a:r>
              <a:rPr lang="es-ES" dirty="0">
                <a:solidFill>
                  <a:schemeClr val="bg1"/>
                </a:solidFill>
              </a:rPr>
              <a:t> -</a:t>
            </a:r>
            <a:r>
              <a:rPr lang="es-ES" dirty="0" err="1">
                <a:solidFill>
                  <a:schemeClr val="bg1"/>
                </a:solidFill>
              </a:rPr>
              <a:t>it</a:t>
            </a:r>
            <a:r>
              <a:rPr lang="es-ES" dirty="0">
                <a:solidFill>
                  <a:schemeClr val="bg1"/>
                </a:solidFill>
              </a:rPr>
              <a:t> </a:t>
            </a:r>
            <a:r>
              <a:rPr lang="es-ES" dirty="0" err="1">
                <a:solidFill>
                  <a:schemeClr val="bg1"/>
                </a:solidFill>
              </a:rPr>
              <a:t>mysql-db</a:t>
            </a:r>
            <a:r>
              <a:rPr lang="es-ES" dirty="0">
                <a:solidFill>
                  <a:schemeClr val="bg1"/>
                </a:solidFill>
              </a:rPr>
              <a:t> </a:t>
            </a:r>
            <a:r>
              <a:rPr lang="es-ES" dirty="0" err="1">
                <a:solidFill>
                  <a:schemeClr val="bg1"/>
                </a:solidFill>
              </a:rPr>
              <a:t>bash</a:t>
            </a:r>
            <a:endParaRPr lang="es-ES" dirty="0">
              <a:solidFill>
                <a:schemeClr val="bg1"/>
              </a:solidFill>
            </a:endParaRPr>
          </a:p>
          <a:p>
            <a:r>
              <a:rPr lang="es-ES" dirty="0">
                <a:solidFill>
                  <a:schemeClr val="bg1"/>
                </a:solidFill>
              </a:rPr>
              <a:t>Este comando permitió acceder al entorno interno del contenedor para poder trabajar directamente con MySQL.</a:t>
            </a:r>
          </a:p>
          <a:p>
            <a:r>
              <a:rPr lang="es-ES" dirty="0">
                <a:solidFill>
                  <a:schemeClr val="bg1"/>
                </a:solidFill>
              </a:rPr>
              <a:t>Paso 6: Acceso a MySQL</a:t>
            </a:r>
          </a:p>
          <a:p>
            <a:r>
              <a:rPr lang="es-ES" dirty="0">
                <a:solidFill>
                  <a:schemeClr val="bg1"/>
                </a:solidFill>
              </a:rPr>
              <a:t>Dentro del contenedor se ingresó a MySQL con el usuario </a:t>
            </a:r>
            <a:r>
              <a:rPr lang="es-ES" dirty="0" err="1">
                <a:solidFill>
                  <a:schemeClr val="bg1"/>
                </a:solidFill>
              </a:rPr>
              <a:t>root</a:t>
            </a:r>
            <a:r>
              <a:rPr lang="es-ES" dirty="0">
                <a:solidFill>
                  <a:schemeClr val="bg1"/>
                </a:solidFill>
              </a:rPr>
              <a:t>:</a:t>
            </a:r>
          </a:p>
          <a:p>
            <a:r>
              <a:rPr lang="es-ES" dirty="0" err="1">
                <a:solidFill>
                  <a:schemeClr val="bg1"/>
                </a:solidFill>
              </a:rPr>
              <a:t>mysql</a:t>
            </a:r>
            <a:r>
              <a:rPr lang="es-ES" dirty="0">
                <a:solidFill>
                  <a:schemeClr val="bg1"/>
                </a:solidFill>
              </a:rPr>
              <a:t> -u </a:t>
            </a:r>
            <a:r>
              <a:rPr lang="es-ES" dirty="0" err="1">
                <a:solidFill>
                  <a:schemeClr val="bg1"/>
                </a:solidFill>
              </a:rPr>
              <a:t>root</a:t>
            </a:r>
            <a:r>
              <a:rPr lang="es-ES" dirty="0">
                <a:solidFill>
                  <a:schemeClr val="bg1"/>
                </a:solidFill>
              </a:rPr>
              <a:t> -p</a:t>
            </a:r>
          </a:p>
          <a:p>
            <a:r>
              <a:rPr lang="es-ES" dirty="0">
                <a:solidFill>
                  <a:schemeClr val="bg1"/>
                </a:solidFill>
              </a:rPr>
              <a:t>Después se colocó la contraseña configurada anteriormente. Al acceder correctamente, se pudo comenzar a trabajar con las bases de datos.</a:t>
            </a:r>
          </a:p>
          <a:p>
            <a:r>
              <a:rPr lang="es-ES" dirty="0">
                <a:solidFill>
                  <a:schemeClr val="bg1"/>
                </a:solidFill>
              </a:rPr>
              <a:t>Paso 7: Creación de la base de datos</a:t>
            </a:r>
          </a:p>
          <a:p>
            <a:r>
              <a:rPr lang="es-ES" dirty="0">
                <a:solidFill>
                  <a:schemeClr val="bg1"/>
                </a:solidFill>
              </a:rPr>
              <a:t>Ya dentro de MySQL, se creó una base de datos llamada </a:t>
            </a:r>
            <a:r>
              <a:rPr lang="es-ES" dirty="0" err="1">
                <a:solidFill>
                  <a:schemeClr val="bg1"/>
                </a:solidFill>
              </a:rPr>
              <a:t>tienda_mysql</a:t>
            </a:r>
            <a:r>
              <a:rPr lang="es-ES" dirty="0">
                <a:solidFill>
                  <a:schemeClr val="bg1"/>
                </a:solidFill>
              </a:rPr>
              <a:t>:</a:t>
            </a:r>
          </a:p>
          <a:p>
            <a:r>
              <a:rPr lang="es-ES" dirty="0">
                <a:solidFill>
                  <a:schemeClr val="bg1"/>
                </a:solidFill>
              </a:rPr>
              <a:t>CREATE DATABASE </a:t>
            </a:r>
            <a:r>
              <a:rPr lang="es-ES" dirty="0" err="1">
                <a:solidFill>
                  <a:schemeClr val="bg1"/>
                </a:solidFill>
              </a:rPr>
              <a:t>tienda_mysql</a:t>
            </a:r>
            <a:r>
              <a:rPr lang="es-ES" dirty="0">
                <a:solidFill>
                  <a:schemeClr val="bg1"/>
                </a:solidFill>
              </a:rPr>
              <a:t>;</a:t>
            </a:r>
          </a:p>
          <a:p>
            <a:r>
              <a:rPr lang="es-ES" dirty="0">
                <a:solidFill>
                  <a:schemeClr val="bg1"/>
                </a:solidFill>
              </a:rPr>
              <a:t>Después se seleccionó la base de datos para comenzar a trabajar dentro de ella:</a:t>
            </a:r>
          </a:p>
          <a:p>
            <a:r>
              <a:rPr lang="es-ES" dirty="0">
                <a:solidFill>
                  <a:schemeClr val="bg1"/>
                </a:solidFill>
              </a:rPr>
              <a:t>USE </a:t>
            </a:r>
            <a:r>
              <a:rPr lang="es-ES" dirty="0" err="1">
                <a:solidFill>
                  <a:schemeClr val="bg1"/>
                </a:solidFill>
              </a:rPr>
              <a:t>tienda_mysql</a:t>
            </a:r>
            <a:r>
              <a:rPr lang="es-ES" dirty="0">
                <a:solidFill>
                  <a:schemeClr val="bg1"/>
                </a:solidFill>
              </a:rPr>
              <a:t>;</a:t>
            </a:r>
          </a:p>
        </p:txBody>
      </p:sp>
      <p:sp>
        <p:nvSpPr>
          <p:cNvPr id="3" name="object 3"/>
          <p:cNvSpPr txBox="1">
            <a:spLocks noGrp="1"/>
          </p:cNvSpPr>
          <p:nvPr>
            <p:ph type="title"/>
          </p:nvPr>
        </p:nvSpPr>
        <p:spPr>
          <a:xfrm>
            <a:off x="2644901" y="-52706"/>
            <a:ext cx="6734175" cy="997709"/>
          </a:xfrm>
          <a:prstGeom prst="rect">
            <a:avLst/>
          </a:prstGeom>
        </p:spPr>
        <p:txBody>
          <a:bodyPr vert="horz" wrap="square" lIns="0" tIns="12700" rIns="0" bIns="0" rtlCol="0">
            <a:spAutoFit/>
          </a:bodyPr>
          <a:lstStyle/>
          <a:p>
            <a:pPr marL="12700">
              <a:lnSpc>
                <a:spcPct val="100000"/>
              </a:lnSpc>
              <a:spcBef>
                <a:spcPts val="100"/>
              </a:spcBef>
              <a:tabLst>
                <a:tab pos="1706245" algn="l"/>
                <a:tab pos="2892425" algn="l"/>
                <a:tab pos="4383405" algn="l"/>
                <a:tab pos="5230495" algn="l"/>
              </a:tabLst>
            </a:pPr>
            <a:r>
              <a:rPr sz="3200" spc="-10" dirty="0"/>
              <a:t>Crear</a:t>
            </a:r>
            <a:r>
              <a:rPr sz="3200" dirty="0"/>
              <a:t>	</a:t>
            </a:r>
            <a:r>
              <a:rPr sz="3200" spc="-25" dirty="0"/>
              <a:t>una</a:t>
            </a:r>
            <a:r>
              <a:rPr sz="3200" dirty="0"/>
              <a:t>	</a:t>
            </a:r>
            <a:r>
              <a:rPr sz="3200" spc="-20" dirty="0"/>
              <a:t>base</a:t>
            </a:r>
            <a:r>
              <a:rPr sz="3200" dirty="0"/>
              <a:t>	</a:t>
            </a:r>
            <a:r>
              <a:rPr sz="3200" spc="-25" dirty="0"/>
              <a:t>de</a:t>
            </a:r>
            <a:r>
              <a:rPr sz="3200" dirty="0"/>
              <a:t>	</a:t>
            </a:r>
            <a:r>
              <a:rPr sz="3200" spc="-10" dirty="0" err="1"/>
              <a:t>datos</a:t>
            </a:r>
            <a:r>
              <a:rPr lang="es-ES" sz="3200" spc="-10" dirty="0"/>
              <a:t> DE MYSQL MEDINATE DOCKER</a:t>
            </a:r>
            <a:endParaRPr sz="3200" dirty="0"/>
          </a:p>
        </p:txBody>
      </p:sp>
      <p:sp>
        <p:nvSpPr>
          <p:cNvPr id="4" name="object 4"/>
          <p:cNvSpPr txBox="1"/>
          <p:nvPr/>
        </p:nvSpPr>
        <p:spPr>
          <a:xfrm>
            <a:off x="1472044" y="798271"/>
            <a:ext cx="13428344" cy="4688463"/>
          </a:xfrm>
          <a:prstGeom prst="rect">
            <a:avLst/>
          </a:prstGeom>
        </p:spPr>
        <p:txBody>
          <a:bodyPr vert="horz" wrap="square" lIns="0" tIns="0" rIns="0" bIns="0" rtlCol="0">
            <a:spAutoFit/>
          </a:bodyPr>
          <a:lstStyle/>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spcBef>
                <a:spcPts val="1970"/>
              </a:spcBef>
            </a:pPr>
            <a:endParaRPr sz="1800" dirty="0">
              <a:latin typeface="Times New Roman"/>
              <a:cs typeface="Times New Roman"/>
            </a:endParaRPr>
          </a:p>
          <a:p>
            <a:pPr marL="1915795" algn="ctr">
              <a:lnSpc>
                <a:spcPct val="100000"/>
              </a:lnSpc>
            </a:pPr>
            <a:endParaRPr lang="es-ES" sz="1800" spc="-25" dirty="0">
              <a:latin typeface="Calibri"/>
              <a:cs typeface="Calibri"/>
            </a:endParaRPr>
          </a:p>
        </p:txBody>
      </p:sp>
      <p:pic>
        <p:nvPicPr>
          <p:cNvPr id="7" name="Imagen 6">
            <a:extLst>
              <a:ext uri="{FF2B5EF4-FFF2-40B4-BE49-F238E27FC236}">
                <a16:creationId xmlns:a16="http://schemas.microsoft.com/office/drawing/2014/main" id="{957F27D9-2172-327C-53CF-4EA1542BE8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8216" y="2408970"/>
            <a:ext cx="11049000" cy="5621179"/>
          </a:xfrm>
          <a:prstGeom prst="rect">
            <a:avLst/>
          </a:prstGeom>
        </p:spPr>
      </p:pic>
    </p:spTree>
    <p:extLst>
      <p:ext uri="{BB962C8B-B14F-4D97-AF65-F5344CB8AC3E}">
        <p14:creationId xmlns:p14="http://schemas.microsoft.com/office/powerpoint/2010/main" val="1026459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1589" y="2471973"/>
            <a:ext cx="5886450" cy="7707238"/>
          </a:xfrm>
          <a:prstGeom prst="rect">
            <a:avLst/>
          </a:prstGeom>
        </p:spPr>
        <p:txBody>
          <a:bodyPr vert="horz" wrap="square" lIns="0" tIns="12700" rIns="0" bIns="0" rtlCol="0">
            <a:spAutoFit/>
          </a:bodyPr>
          <a:lstStyle/>
          <a:p>
            <a:r>
              <a:rPr lang="es-ES" sz="2000" dirty="0">
                <a:solidFill>
                  <a:schemeClr val="bg1"/>
                </a:solidFill>
              </a:rPr>
              <a:t>Paso 1: Verificación de Docker</a:t>
            </a:r>
          </a:p>
          <a:p>
            <a:r>
              <a:rPr lang="es-ES" sz="2000" dirty="0">
                <a:solidFill>
                  <a:schemeClr val="bg1"/>
                </a:solidFill>
              </a:rPr>
              <a:t>Primero se verificó que Docker estuviera instalado correctamente en Linux. Para ello se utilizó el siguiente comando:</a:t>
            </a:r>
          </a:p>
          <a:p>
            <a:r>
              <a:rPr lang="es-ES" sz="2000" dirty="0" err="1">
                <a:solidFill>
                  <a:schemeClr val="bg1"/>
                </a:solidFill>
              </a:rPr>
              <a:t>docker</a:t>
            </a:r>
            <a:r>
              <a:rPr lang="es-ES" sz="2000" dirty="0">
                <a:solidFill>
                  <a:schemeClr val="bg1"/>
                </a:solidFill>
              </a:rPr>
              <a:t> --</a:t>
            </a:r>
            <a:r>
              <a:rPr lang="es-ES" sz="2000" dirty="0" err="1">
                <a:solidFill>
                  <a:schemeClr val="bg1"/>
                </a:solidFill>
              </a:rPr>
              <a:t>version</a:t>
            </a:r>
            <a:endParaRPr lang="es-ES" sz="2000" dirty="0">
              <a:solidFill>
                <a:schemeClr val="bg1"/>
              </a:solidFill>
            </a:endParaRPr>
          </a:p>
          <a:p>
            <a:r>
              <a:rPr lang="es-ES" sz="2000" dirty="0">
                <a:solidFill>
                  <a:schemeClr val="bg1"/>
                </a:solidFill>
              </a:rPr>
              <a:t>Al mostrar la versión instalada, se confirmó que Docker estaba listo para trabajar con contenedores.</a:t>
            </a:r>
          </a:p>
          <a:p>
            <a:r>
              <a:rPr lang="es-ES" sz="2000" dirty="0">
                <a:solidFill>
                  <a:schemeClr val="bg1"/>
                </a:solidFill>
              </a:rPr>
              <a:t>Paso 2: Descarga de la imagen de PostgreSQL</a:t>
            </a:r>
          </a:p>
          <a:p>
            <a:r>
              <a:rPr lang="es-ES" sz="2000" dirty="0">
                <a:solidFill>
                  <a:schemeClr val="bg1"/>
                </a:solidFill>
              </a:rPr>
              <a:t>Después se descargó la imagen oficial de PostgreSQL con el siguiente comando:</a:t>
            </a:r>
          </a:p>
          <a:p>
            <a:r>
              <a:rPr lang="es-ES" sz="2000" dirty="0" err="1">
                <a:solidFill>
                  <a:schemeClr val="bg1"/>
                </a:solidFill>
              </a:rPr>
              <a:t>docker</a:t>
            </a:r>
            <a:r>
              <a:rPr lang="es-ES" sz="2000" dirty="0">
                <a:solidFill>
                  <a:schemeClr val="bg1"/>
                </a:solidFill>
              </a:rPr>
              <a:t> </a:t>
            </a:r>
            <a:r>
              <a:rPr lang="es-ES" sz="2000" dirty="0" err="1">
                <a:solidFill>
                  <a:schemeClr val="bg1"/>
                </a:solidFill>
              </a:rPr>
              <a:t>pull</a:t>
            </a:r>
            <a:r>
              <a:rPr lang="es-ES" sz="2000" dirty="0">
                <a:solidFill>
                  <a:schemeClr val="bg1"/>
                </a:solidFill>
              </a:rPr>
              <a:t> </a:t>
            </a:r>
            <a:r>
              <a:rPr lang="es-ES" sz="2000" dirty="0" err="1">
                <a:solidFill>
                  <a:schemeClr val="bg1"/>
                </a:solidFill>
              </a:rPr>
              <a:t>postgres</a:t>
            </a:r>
            <a:endParaRPr lang="es-ES" sz="2000" dirty="0">
              <a:solidFill>
                <a:schemeClr val="bg1"/>
              </a:solidFill>
            </a:endParaRPr>
          </a:p>
          <a:p>
            <a:r>
              <a:rPr lang="es-ES" sz="2000" dirty="0">
                <a:solidFill>
                  <a:schemeClr val="bg1"/>
                </a:solidFill>
              </a:rPr>
              <a:t>La terminal mostró el proceso de descarga de las capas de la imagen. Al finalizar, apareció el mensaje indicando que la imagen </a:t>
            </a:r>
            <a:r>
              <a:rPr lang="es-ES" sz="2000" dirty="0" err="1">
                <a:solidFill>
                  <a:schemeClr val="bg1"/>
                </a:solidFill>
              </a:rPr>
              <a:t>postgres:latest</a:t>
            </a:r>
            <a:r>
              <a:rPr lang="es-ES" sz="2000" dirty="0">
                <a:solidFill>
                  <a:schemeClr val="bg1"/>
                </a:solidFill>
              </a:rPr>
              <a:t> fue descargada correctamente.</a:t>
            </a:r>
          </a:p>
          <a:p>
            <a:r>
              <a:rPr lang="es-ES" sz="2000" dirty="0">
                <a:solidFill>
                  <a:schemeClr val="bg1"/>
                </a:solidFill>
              </a:rPr>
              <a:t>Paso 3: Creación del contenedor de PostgreSQL</a:t>
            </a:r>
          </a:p>
          <a:p>
            <a:r>
              <a:rPr lang="es-ES" sz="2000" dirty="0">
                <a:solidFill>
                  <a:schemeClr val="bg1"/>
                </a:solidFill>
              </a:rPr>
              <a:t>Luego se intentó crear el contenedor de PostgreSQL con el siguiente comando:</a:t>
            </a:r>
          </a:p>
          <a:p>
            <a:r>
              <a:rPr lang="es-ES" sz="2000" dirty="0" err="1">
                <a:solidFill>
                  <a:schemeClr val="bg1"/>
                </a:solidFill>
              </a:rPr>
              <a:t>docker</a:t>
            </a:r>
            <a:r>
              <a:rPr lang="es-ES" sz="2000" dirty="0">
                <a:solidFill>
                  <a:schemeClr val="bg1"/>
                </a:solidFill>
              </a:rPr>
              <a:t> run -d \</a:t>
            </a:r>
          </a:p>
          <a:p>
            <a:r>
              <a:rPr lang="es-ES" sz="2000" dirty="0">
                <a:solidFill>
                  <a:schemeClr val="bg1"/>
                </a:solidFill>
              </a:rPr>
              <a:t>--</a:t>
            </a:r>
            <a:r>
              <a:rPr lang="es-ES" sz="2000" dirty="0" err="1">
                <a:solidFill>
                  <a:schemeClr val="bg1"/>
                </a:solidFill>
              </a:rPr>
              <a:t>name</a:t>
            </a:r>
            <a:r>
              <a:rPr lang="es-ES" sz="2000" dirty="0">
                <a:solidFill>
                  <a:schemeClr val="bg1"/>
                </a:solidFill>
              </a:rPr>
              <a:t> </a:t>
            </a:r>
            <a:r>
              <a:rPr lang="es-ES" sz="2000" dirty="0" err="1">
                <a:solidFill>
                  <a:schemeClr val="bg1"/>
                </a:solidFill>
              </a:rPr>
              <a:t>postgres-db</a:t>
            </a:r>
            <a:r>
              <a:rPr lang="es-ES" sz="2000" dirty="0">
                <a:solidFill>
                  <a:schemeClr val="bg1"/>
                </a:solidFill>
              </a:rPr>
              <a:t> \</a:t>
            </a:r>
          </a:p>
          <a:p>
            <a:r>
              <a:rPr lang="es-ES" sz="2000" dirty="0">
                <a:solidFill>
                  <a:schemeClr val="bg1"/>
                </a:solidFill>
              </a:rPr>
              <a:t>-e POSTGRES_PASSWORD=12345 \</a:t>
            </a:r>
          </a:p>
          <a:p>
            <a:r>
              <a:rPr lang="es-ES" sz="2000" dirty="0">
                <a:solidFill>
                  <a:schemeClr val="bg1"/>
                </a:solidFill>
              </a:rPr>
              <a:t>-p 5432:5432 \</a:t>
            </a:r>
          </a:p>
          <a:p>
            <a:r>
              <a:rPr lang="es-ES" sz="2000" dirty="0" err="1">
                <a:solidFill>
                  <a:schemeClr val="bg1"/>
                </a:solidFill>
              </a:rPr>
              <a:t>postgres</a:t>
            </a:r>
            <a:endParaRPr lang="es-ES" sz="2000" dirty="0">
              <a:solidFill>
                <a:schemeClr val="bg1"/>
              </a:solidFill>
            </a:endParaRPr>
          </a:p>
          <a:p>
            <a:r>
              <a:rPr lang="es-ES" sz="2000" dirty="0">
                <a:solidFill>
                  <a:schemeClr val="bg1"/>
                </a:solidFill>
              </a:rPr>
              <a:t>Sin embargo, se presentó un error porque el puerto 5432 ya estaba ocupado en el equipo.</a:t>
            </a:r>
          </a:p>
        </p:txBody>
      </p:sp>
      <p:sp>
        <p:nvSpPr>
          <p:cNvPr id="3" name="object 3"/>
          <p:cNvSpPr txBox="1">
            <a:spLocks noGrp="1"/>
          </p:cNvSpPr>
          <p:nvPr>
            <p:ph type="title"/>
          </p:nvPr>
        </p:nvSpPr>
        <p:spPr>
          <a:xfrm>
            <a:off x="2529458" y="104102"/>
            <a:ext cx="4899660" cy="1674817"/>
          </a:xfrm>
          <a:prstGeom prst="rect">
            <a:avLst/>
          </a:prstGeom>
        </p:spPr>
        <p:txBody>
          <a:bodyPr vert="horz" wrap="square" lIns="0" tIns="12700" rIns="0" bIns="0" rtlCol="0">
            <a:spAutoFit/>
          </a:bodyPr>
          <a:lstStyle/>
          <a:p>
            <a:pPr marL="12700">
              <a:lnSpc>
                <a:spcPct val="100000"/>
              </a:lnSpc>
              <a:spcBef>
                <a:spcPts val="100"/>
              </a:spcBef>
            </a:pPr>
            <a:r>
              <a:rPr sz="3600" dirty="0">
                <a:latin typeface="Calibri"/>
                <a:cs typeface="Calibri"/>
              </a:rPr>
              <a:t>Creacion</a:t>
            </a:r>
            <a:r>
              <a:rPr sz="3600" spc="-40" dirty="0">
                <a:latin typeface="Calibri"/>
                <a:cs typeface="Calibri"/>
              </a:rPr>
              <a:t> </a:t>
            </a:r>
            <a:r>
              <a:rPr sz="3600" dirty="0">
                <a:latin typeface="Calibri"/>
                <a:cs typeface="Calibri"/>
              </a:rPr>
              <a:t>de</a:t>
            </a:r>
            <a:r>
              <a:rPr sz="3600" spc="-40" dirty="0">
                <a:latin typeface="Calibri"/>
                <a:cs typeface="Calibri"/>
              </a:rPr>
              <a:t> </a:t>
            </a:r>
            <a:r>
              <a:rPr sz="3600" dirty="0">
                <a:latin typeface="Calibri"/>
                <a:cs typeface="Calibri"/>
              </a:rPr>
              <a:t>base</a:t>
            </a:r>
            <a:r>
              <a:rPr sz="3600" spc="-35" dirty="0">
                <a:latin typeface="Calibri"/>
                <a:cs typeface="Calibri"/>
              </a:rPr>
              <a:t> </a:t>
            </a:r>
            <a:r>
              <a:rPr sz="3600" dirty="0">
                <a:latin typeface="Calibri"/>
                <a:cs typeface="Calibri"/>
              </a:rPr>
              <a:t>de</a:t>
            </a:r>
            <a:r>
              <a:rPr sz="3600" spc="-40" dirty="0">
                <a:latin typeface="Calibri"/>
                <a:cs typeface="Calibri"/>
              </a:rPr>
              <a:t> </a:t>
            </a:r>
            <a:r>
              <a:rPr sz="3600" spc="-10" dirty="0" err="1">
                <a:latin typeface="Calibri"/>
                <a:cs typeface="Calibri"/>
              </a:rPr>
              <a:t>datos</a:t>
            </a:r>
            <a:r>
              <a:rPr lang="es-ES" sz="3600" spc="-10" dirty="0">
                <a:latin typeface="Calibri"/>
                <a:cs typeface="Calibri"/>
              </a:rPr>
              <a:t> POSTGRES MEDINATE DOCKER</a:t>
            </a:r>
            <a:endParaRPr sz="3600" dirty="0">
              <a:latin typeface="Calibri"/>
              <a:cs typeface="Calibri"/>
            </a:endParaRPr>
          </a:p>
        </p:txBody>
      </p:sp>
      <p:sp>
        <p:nvSpPr>
          <p:cNvPr id="4" name="object 4"/>
          <p:cNvSpPr txBox="1"/>
          <p:nvPr/>
        </p:nvSpPr>
        <p:spPr>
          <a:xfrm>
            <a:off x="721589" y="981363"/>
            <a:ext cx="13976985" cy="4219104"/>
          </a:xfrm>
          <a:prstGeom prst="rect">
            <a:avLst/>
          </a:prstGeom>
        </p:spPr>
        <p:txBody>
          <a:bodyPr vert="horz" wrap="square" lIns="0" tIns="0" rIns="0" bIns="0" rtlCol="0">
            <a:spAutoFit/>
          </a:bodyPr>
          <a:lstStyle/>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spcBef>
                <a:spcPts val="530"/>
              </a:spcBef>
            </a:pPr>
            <a:endParaRPr sz="1800" dirty="0">
              <a:latin typeface="Times New Roman"/>
              <a:cs typeface="Times New Roman"/>
            </a:endParaRPr>
          </a:p>
        </p:txBody>
      </p:sp>
      <p:pic>
        <p:nvPicPr>
          <p:cNvPr id="7" name="Imagen 6">
            <a:extLst>
              <a:ext uri="{FF2B5EF4-FFF2-40B4-BE49-F238E27FC236}">
                <a16:creationId xmlns:a16="http://schemas.microsoft.com/office/drawing/2014/main" id="{5164A587-1418-97E1-7CA6-00F0C5B531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2247900"/>
            <a:ext cx="10915135" cy="55530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1589" y="3711496"/>
            <a:ext cx="5886450" cy="1859483"/>
          </a:xfrm>
          <a:prstGeom prst="rect">
            <a:avLst/>
          </a:prstGeom>
        </p:spPr>
        <p:txBody>
          <a:bodyPr vert="horz" wrap="square" lIns="0" tIns="12700" rIns="0" bIns="0" rtlCol="0">
            <a:spAutoFit/>
          </a:bodyPr>
          <a:lstStyle/>
          <a:p>
            <a:r>
              <a:rPr lang="es-ES" sz="2000" dirty="0">
                <a:solidFill>
                  <a:schemeClr val="bg1"/>
                </a:solidFill>
              </a:rPr>
              <a:t>Paso 4: Creación de la base de datos</a:t>
            </a:r>
          </a:p>
          <a:p>
            <a:r>
              <a:rPr lang="es-ES" sz="2000" dirty="0">
                <a:solidFill>
                  <a:schemeClr val="bg1"/>
                </a:solidFill>
              </a:rPr>
              <a:t>Dentro de PostgreSQL se creó una base de datos llamada </a:t>
            </a:r>
            <a:r>
              <a:rPr lang="es-ES" sz="2000" dirty="0" err="1">
                <a:solidFill>
                  <a:schemeClr val="bg1"/>
                </a:solidFill>
              </a:rPr>
              <a:t>tienda_postgres</a:t>
            </a:r>
            <a:r>
              <a:rPr lang="es-ES" sz="2000" dirty="0">
                <a:solidFill>
                  <a:schemeClr val="bg1"/>
                </a:solidFill>
              </a:rPr>
              <a:t>:</a:t>
            </a:r>
          </a:p>
          <a:p>
            <a:r>
              <a:rPr lang="es-ES" sz="2000" dirty="0">
                <a:solidFill>
                  <a:schemeClr val="bg1"/>
                </a:solidFill>
              </a:rPr>
              <a:t>CREATE DATABASE </a:t>
            </a:r>
            <a:r>
              <a:rPr lang="es-ES" sz="2000" dirty="0" err="1">
                <a:solidFill>
                  <a:schemeClr val="bg1"/>
                </a:solidFill>
              </a:rPr>
              <a:t>tienda_postgres</a:t>
            </a:r>
            <a:r>
              <a:rPr lang="es-ES" sz="2000" dirty="0">
                <a:solidFill>
                  <a:schemeClr val="bg1"/>
                </a:solidFill>
              </a:rPr>
              <a:t>;</a:t>
            </a:r>
          </a:p>
          <a:p>
            <a:r>
              <a:rPr lang="es-ES" sz="2000" dirty="0">
                <a:solidFill>
                  <a:schemeClr val="bg1"/>
                </a:solidFill>
              </a:rPr>
              <a:t>Después se entró a la base de datos creada:</a:t>
            </a:r>
          </a:p>
          <a:p>
            <a:r>
              <a:rPr lang="es-ES" sz="2000" dirty="0">
                <a:solidFill>
                  <a:schemeClr val="bg1"/>
                </a:solidFill>
              </a:rPr>
              <a:t>\c </a:t>
            </a:r>
            <a:r>
              <a:rPr lang="es-ES" sz="2000" dirty="0" err="1">
                <a:solidFill>
                  <a:schemeClr val="bg1"/>
                </a:solidFill>
              </a:rPr>
              <a:t>tienda_postgres</a:t>
            </a:r>
            <a:endParaRPr lang="es-ES" sz="2000" dirty="0">
              <a:solidFill>
                <a:schemeClr val="bg1"/>
              </a:solidFill>
            </a:endParaRPr>
          </a:p>
        </p:txBody>
      </p:sp>
      <p:sp>
        <p:nvSpPr>
          <p:cNvPr id="3" name="object 3"/>
          <p:cNvSpPr txBox="1">
            <a:spLocks noGrp="1"/>
          </p:cNvSpPr>
          <p:nvPr>
            <p:ph type="title"/>
          </p:nvPr>
        </p:nvSpPr>
        <p:spPr>
          <a:xfrm>
            <a:off x="2529458" y="104102"/>
            <a:ext cx="4899660" cy="1674817"/>
          </a:xfrm>
          <a:prstGeom prst="rect">
            <a:avLst/>
          </a:prstGeom>
        </p:spPr>
        <p:txBody>
          <a:bodyPr vert="horz" wrap="square" lIns="0" tIns="12700" rIns="0" bIns="0" rtlCol="0">
            <a:spAutoFit/>
          </a:bodyPr>
          <a:lstStyle/>
          <a:p>
            <a:pPr marL="12700">
              <a:lnSpc>
                <a:spcPct val="100000"/>
              </a:lnSpc>
              <a:spcBef>
                <a:spcPts val="100"/>
              </a:spcBef>
            </a:pPr>
            <a:r>
              <a:rPr sz="3600" dirty="0">
                <a:latin typeface="Calibri"/>
                <a:cs typeface="Calibri"/>
              </a:rPr>
              <a:t>Creacion</a:t>
            </a:r>
            <a:r>
              <a:rPr sz="3600" spc="-40" dirty="0">
                <a:latin typeface="Calibri"/>
                <a:cs typeface="Calibri"/>
              </a:rPr>
              <a:t> </a:t>
            </a:r>
            <a:r>
              <a:rPr sz="3600" dirty="0">
                <a:latin typeface="Calibri"/>
                <a:cs typeface="Calibri"/>
              </a:rPr>
              <a:t>de</a:t>
            </a:r>
            <a:r>
              <a:rPr sz="3600" spc="-40" dirty="0">
                <a:latin typeface="Calibri"/>
                <a:cs typeface="Calibri"/>
              </a:rPr>
              <a:t> </a:t>
            </a:r>
            <a:r>
              <a:rPr sz="3600" dirty="0">
                <a:latin typeface="Calibri"/>
                <a:cs typeface="Calibri"/>
              </a:rPr>
              <a:t>base</a:t>
            </a:r>
            <a:r>
              <a:rPr sz="3600" spc="-35" dirty="0">
                <a:latin typeface="Calibri"/>
                <a:cs typeface="Calibri"/>
              </a:rPr>
              <a:t> </a:t>
            </a:r>
            <a:r>
              <a:rPr sz="3600" dirty="0">
                <a:latin typeface="Calibri"/>
                <a:cs typeface="Calibri"/>
              </a:rPr>
              <a:t>de</a:t>
            </a:r>
            <a:r>
              <a:rPr sz="3600" spc="-40" dirty="0">
                <a:latin typeface="Calibri"/>
                <a:cs typeface="Calibri"/>
              </a:rPr>
              <a:t> </a:t>
            </a:r>
            <a:r>
              <a:rPr sz="3600" spc="-10" dirty="0" err="1">
                <a:latin typeface="Calibri"/>
                <a:cs typeface="Calibri"/>
              </a:rPr>
              <a:t>datos</a:t>
            </a:r>
            <a:r>
              <a:rPr lang="es-ES" sz="3600" spc="-10" dirty="0">
                <a:latin typeface="Calibri"/>
                <a:cs typeface="Calibri"/>
              </a:rPr>
              <a:t> POSTGRES MEDINATE DOCKER</a:t>
            </a:r>
            <a:endParaRPr sz="3600" dirty="0">
              <a:latin typeface="Calibri"/>
              <a:cs typeface="Calibri"/>
            </a:endParaRPr>
          </a:p>
        </p:txBody>
      </p:sp>
      <p:sp>
        <p:nvSpPr>
          <p:cNvPr id="4" name="object 4"/>
          <p:cNvSpPr txBox="1"/>
          <p:nvPr/>
        </p:nvSpPr>
        <p:spPr>
          <a:xfrm>
            <a:off x="721589" y="981363"/>
            <a:ext cx="13976985" cy="4219104"/>
          </a:xfrm>
          <a:prstGeom prst="rect">
            <a:avLst/>
          </a:prstGeom>
        </p:spPr>
        <p:txBody>
          <a:bodyPr vert="horz" wrap="square" lIns="0" tIns="0" rIns="0" bIns="0" rtlCol="0">
            <a:spAutoFit/>
          </a:bodyPr>
          <a:lstStyle/>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spcBef>
                <a:spcPts val="530"/>
              </a:spcBef>
            </a:pPr>
            <a:endParaRPr sz="1800" dirty="0">
              <a:latin typeface="Times New Roman"/>
              <a:cs typeface="Times New Roman"/>
            </a:endParaRPr>
          </a:p>
        </p:txBody>
      </p:sp>
      <p:pic>
        <p:nvPicPr>
          <p:cNvPr id="5" name="Imagen 4">
            <a:extLst>
              <a:ext uri="{FF2B5EF4-FFF2-40B4-BE49-F238E27FC236}">
                <a16:creationId xmlns:a16="http://schemas.microsoft.com/office/drawing/2014/main" id="{5164A587-1418-97E1-7CA6-00F0C5B531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800" y="1864699"/>
            <a:ext cx="10915135" cy="5553075"/>
          </a:xfrm>
          <a:prstGeom prst="rect">
            <a:avLst/>
          </a:prstGeom>
        </p:spPr>
      </p:pic>
    </p:spTree>
    <p:extLst>
      <p:ext uri="{BB962C8B-B14F-4D97-AF65-F5344CB8AC3E}">
        <p14:creationId xmlns:p14="http://schemas.microsoft.com/office/powerpoint/2010/main" val="3337026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529458" y="104102"/>
            <a:ext cx="4097020" cy="1674817"/>
          </a:xfrm>
          <a:prstGeom prst="rect">
            <a:avLst/>
          </a:prstGeom>
        </p:spPr>
        <p:txBody>
          <a:bodyPr vert="horz" wrap="square" lIns="0" tIns="12700" rIns="0" bIns="0" rtlCol="0">
            <a:spAutoFit/>
          </a:bodyPr>
          <a:lstStyle/>
          <a:p>
            <a:pPr marL="12700" marR="5080">
              <a:lnSpc>
                <a:spcPct val="100000"/>
              </a:lnSpc>
              <a:spcBef>
                <a:spcPts val="100"/>
              </a:spcBef>
            </a:pPr>
            <a:r>
              <a:rPr lang="es-ES" sz="3600" dirty="0" err="1">
                <a:latin typeface="Calibri"/>
                <a:cs typeface="Calibri"/>
              </a:rPr>
              <a:t>Creacion</a:t>
            </a:r>
            <a:r>
              <a:rPr lang="es-ES" sz="3600" dirty="0">
                <a:latin typeface="Calibri"/>
                <a:cs typeface="Calibri"/>
              </a:rPr>
              <a:t> de base de datos en Oracle mediante Docker </a:t>
            </a:r>
            <a:endParaRPr sz="3600" dirty="0">
              <a:latin typeface="Calibri"/>
              <a:cs typeface="Calibri"/>
            </a:endParaRPr>
          </a:p>
        </p:txBody>
      </p:sp>
      <p:sp>
        <p:nvSpPr>
          <p:cNvPr id="4" name="object 4"/>
          <p:cNvSpPr txBox="1"/>
          <p:nvPr/>
        </p:nvSpPr>
        <p:spPr>
          <a:xfrm>
            <a:off x="1125680" y="1360589"/>
            <a:ext cx="14149705" cy="3818994"/>
          </a:xfrm>
          <a:prstGeom prst="rect">
            <a:avLst/>
          </a:prstGeom>
        </p:spPr>
        <p:txBody>
          <a:bodyPr vert="horz" wrap="square" lIns="0" tIns="0" rIns="0" bIns="0" rtlCol="0">
            <a:spAutoFit/>
          </a:bodyPr>
          <a:lstStyle/>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spcBef>
                <a:spcPts val="1680"/>
              </a:spcBef>
            </a:pPr>
            <a:endParaRPr sz="1800" dirty="0">
              <a:latin typeface="Times New Roman"/>
              <a:cs typeface="Times New Roman"/>
            </a:endParaRPr>
          </a:p>
        </p:txBody>
      </p:sp>
      <p:pic>
        <p:nvPicPr>
          <p:cNvPr id="8" name="Imagen 7">
            <a:extLst>
              <a:ext uri="{FF2B5EF4-FFF2-40B4-BE49-F238E27FC236}">
                <a16:creationId xmlns:a16="http://schemas.microsoft.com/office/drawing/2014/main" id="{88054A12-84EB-AD0C-A176-1095D75E3E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5280" y="3270086"/>
            <a:ext cx="11543237" cy="5872622"/>
          </a:xfrm>
          <a:prstGeom prst="rect">
            <a:avLst/>
          </a:prstGeom>
        </p:spPr>
      </p:pic>
      <p:sp>
        <p:nvSpPr>
          <p:cNvPr id="10" name="CuadroTexto 9">
            <a:extLst>
              <a:ext uri="{FF2B5EF4-FFF2-40B4-BE49-F238E27FC236}">
                <a16:creationId xmlns:a16="http://schemas.microsoft.com/office/drawing/2014/main" id="{2CA1459A-814D-1778-8F09-EEE5F80FBC49}"/>
              </a:ext>
            </a:extLst>
          </p:cNvPr>
          <p:cNvSpPr txBox="1"/>
          <p:nvPr/>
        </p:nvSpPr>
        <p:spPr>
          <a:xfrm>
            <a:off x="838200" y="2552700"/>
            <a:ext cx="4419600" cy="7848302"/>
          </a:xfrm>
          <a:prstGeom prst="rect">
            <a:avLst/>
          </a:prstGeom>
          <a:noFill/>
        </p:spPr>
        <p:txBody>
          <a:bodyPr wrap="square">
            <a:spAutoFit/>
          </a:bodyPr>
          <a:lstStyle/>
          <a:p>
            <a:r>
              <a:rPr lang="es-ES" dirty="0">
                <a:solidFill>
                  <a:schemeClr val="bg1"/>
                </a:solidFill>
              </a:rPr>
              <a:t>Paso 1: Verificación de Docker</a:t>
            </a:r>
          </a:p>
          <a:p>
            <a:r>
              <a:rPr lang="es-ES" dirty="0">
                <a:solidFill>
                  <a:schemeClr val="bg1"/>
                </a:solidFill>
              </a:rPr>
              <a:t>Primero se verificó que Docker estuviera instalado correctamente en Linux. Para esto se utilizó el comando:</a:t>
            </a:r>
          </a:p>
          <a:p>
            <a:r>
              <a:rPr lang="es-ES" dirty="0" err="1">
                <a:solidFill>
                  <a:schemeClr val="bg1"/>
                </a:solidFill>
              </a:rPr>
              <a:t>docker</a:t>
            </a:r>
            <a:r>
              <a:rPr lang="es-ES" dirty="0">
                <a:solidFill>
                  <a:schemeClr val="bg1"/>
                </a:solidFill>
              </a:rPr>
              <a:t> --</a:t>
            </a:r>
            <a:r>
              <a:rPr lang="es-ES" dirty="0" err="1">
                <a:solidFill>
                  <a:schemeClr val="bg1"/>
                </a:solidFill>
              </a:rPr>
              <a:t>version</a:t>
            </a:r>
            <a:endParaRPr lang="es-ES" dirty="0">
              <a:solidFill>
                <a:schemeClr val="bg1"/>
              </a:solidFill>
            </a:endParaRPr>
          </a:p>
          <a:p>
            <a:r>
              <a:rPr lang="es-ES" dirty="0">
                <a:solidFill>
                  <a:schemeClr val="bg1"/>
                </a:solidFill>
              </a:rPr>
              <a:t>La terminal mostró la versión instalada de Docker, por lo que se confirmó que Docker estaba funcionando correctamente.</a:t>
            </a:r>
          </a:p>
          <a:p>
            <a:r>
              <a:rPr lang="es-ES" dirty="0">
                <a:solidFill>
                  <a:schemeClr val="bg1"/>
                </a:solidFill>
              </a:rPr>
              <a:t>Paso 2: Verificación de Oracle en Linux</a:t>
            </a:r>
          </a:p>
          <a:p>
            <a:r>
              <a:rPr lang="es-ES" dirty="0">
                <a:solidFill>
                  <a:schemeClr val="bg1"/>
                </a:solidFill>
              </a:rPr>
              <a:t>Después se intentó verificar si Oracle estaba instalado directamente en Linux mediante el comando:</a:t>
            </a:r>
          </a:p>
          <a:p>
            <a:r>
              <a:rPr lang="es-ES" dirty="0" err="1">
                <a:solidFill>
                  <a:schemeClr val="bg1"/>
                </a:solidFill>
              </a:rPr>
              <a:t>sqlplus</a:t>
            </a:r>
            <a:r>
              <a:rPr lang="es-ES" dirty="0">
                <a:solidFill>
                  <a:schemeClr val="bg1"/>
                </a:solidFill>
              </a:rPr>
              <a:t> -v</a:t>
            </a:r>
          </a:p>
          <a:p>
            <a:r>
              <a:rPr lang="es-ES" dirty="0">
                <a:solidFill>
                  <a:schemeClr val="bg1"/>
                </a:solidFill>
              </a:rPr>
              <a:t>La terminal mostró que el comando </a:t>
            </a:r>
            <a:r>
              <a:rPr lang="es-ES" dirty="0" err="1">
                <a:solidFill>
                  <a:schemeClr val="bg1"/>
                </a:solidFill>
              </a:rPr>
              <a:t>sqlplus</a:t>
            </a:r>
            <a:r>
              <a:rPr lang="es-ES" dirty="0">
                <a:solidFill>
                  <a:schemeClr val="bg1"/>
                </a:solidFill>
              </a:rPr>
              <a:t> no fue encontrado. Esto indicó que Oracle no estaba instalado directamente en el sistema operativo, por lo que se trabajaría mediante Docker.</a:t>
            </a:r>
          </a:p>
          <a:p>
            <a:r>
              <a:rPr lang="es-ES" dirty="0">
                <a:solidFill>
                  <a:schemeClr val="bg1"/>
                </a:solidFill>
              </a:rPr>
              <a:t>Paso 3: Revisión de imágenes en Docker</a:t>
            </a:r>
          </a:p>
          <a:p>
            <a:r>
              <a:rPr lang="es-ES" dirty="0">
                <a:solidFill>
                  <a:schemeClr val="bg1"/>
                </a:solidFill>
              </a:rPr>
              <a:t>Luego se revisaron las imágenes descargadas en Docker:</a:t>
            </a:r>
          </a:p>
          <a:p>
            <a:r>
              <a:rPr lang="es-ES" dirty="0" err="1">
                <a:solidFill>
                  <a:schemeClr val="bg1"/>
                </a:solidFill>
              </a:rPr>
              <a:t>docker</a:t>
            </a:r>
            <a:r>
              <a:rPr lang="es-ES" dirty="0">
                <a:solidFill>
                  <a:schemeClr val="bg1"/>
                </a:solidFill>
              </a:rPr>
              <a:t> </a:t>
            </a:r>
            <a:r>
              <a:rPr lang="es-ES" dirty="0" err="1">
                <a:solidFill>
                  <a:schemeClr val="bg1"/>
                </a:solidFill>
              </a:rPr>
              <a:t>images</a:t>
            </a:r>
            <a:endParaRPr lang="es-ES" dirty="0">
              <a:solidFill>
                <a:schemeClr val="bg1"/>
              </a:solidFill>
            </a:endParaRPr>
          </a:p>
          <a:p>
            <a:r>
              <a:rPr lang="es-ES" dirty="0">
                <a:solidFill>
                  <a:schemeClr val="bg1"/>
                </a:solidFill>
              </a:rPr>
              <a:t>En la lista apareció la imagen:</a:t>
            </a:r>
          </a:p>
          <a:p>
            <a:r>
              <a:rPr lang="es-ES" dirty="0" err="1">
                <a:solidFill>
                  <a:schemeClr val="bg1"/>
                </a:solidFill>
              </a:rPr>
              <a:t>gvenzl</a:t>
            </a:r>
            <a:r>
              <a:rPr lang="es-ES" dirty="0">
                <a:solidFill>
                  <a:schemeClr val="bg1"/>
                </a:solidFill>
              </a:rPr>
              <a:t>/</a:t>
            </a:r>
            <a:r>
              <a:rPr lang="es-ES" dirty="0" err="1">
                <a:solidFill>
                  <a:schemeClr val="bg1"/>
                </a:solidFill>
              </a:rPr>
              <a:t>oracle-xe:latest</a:t>
            </a:r>
            <a:endParaRPr lang="es-ES" dirty="0">
              <a:solidFill>
                <a:schemeClr val="bg1"/>
              </a:solidFill>
            </a:endParaRPr>
          </a:p>
          <a:p>
            <a:r>
              <a:rPr lang="es-ES" dirty="0">
                <a:solidFill>
                  <a:schemeClr val="bg1"/>
                </a:solidFill>
              </a:rPr>
              <a:t>Esto confirmó que la imagen de Oracle XE ya estaba descargada en Docker.</a:t>
            </a:r>
          </a:p>
          <a:p>
            <a:endParaRPr lang="es-ES" dirty="0">
              <a:solidFill>
                <a:schemeClr val="bg1"/>
              </a:solidFill>
            </a:endParaRPr>
          </a:p>
        </p:txBody>
      </p:sp>
    </p:spTree>
    <p:extLst>
      <p:ext uri="{BB962C8B-B14F-4D97-AF65-F5344CB8AC3E}">
        <p14:creationId xmlns:p14="http://schemas.microsoft.com/office/powerpoint/2010/main" val="1550729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529458" y="104102"/>
            <a:ext cx="4097020" cy="1674817"/>
          </a:xfrm>
          <a:prstGeom prst="rect">
            <a:avLst/>
          </a:prstGeom>
        </p:spPr>
        <p:txBody>
          <a:bodyPr vert="horz" wrap="square" lIns="0" tIns="12700" rIns="0" bIns="0" rtlCol="0">
            <a:spAutoFit/>
          </a:bodyPr>
          <a:lstStyle/>
          <a:p>
            <a:pPr marL="12700" marR="5080">
              <a:lnSpc>
                <a:spcPct val="100000"/>
              </a:lnSpc>
              <a:spcBef>
                <a:spcPts val="100"/>
              </a:spcBef>
            </a:pPr>
            <a:r>
              <a:rPr lang="es-ES" sz="3600" dirty="0" err="1">
                <a:latin typeface="Calibri"/>
                <a:cs typeface="Calibri"/>
              </a:rPr>
              <a:t>Creacion</a:t>
            </a:r>
            <a:r>
              <a:rPr lang="es-ES" sz="3600" dirty="0">
                <a:latin typeface="Calibri"/>
                <a:cs typeface="Calibri"/>
              </a:rPr>
              <a:t> de base de datos en Oracle mediante Docker </a:t>
            </a:r>
            <a:endParaRPr sz="3600" dirty="0">
              <a:latin typeface="Calibri"/>
              <a:cs typeface="Calibri"/>
            </a:endParaRPr>
          </a:p>
        </p:txBody>
      </p:sp>
      <p:sp>
        <p:nvSpPr>
          <p:cNvPr id="4" name="object 4"/>
          <p:cNvSpPr txBox="1"/>
          <p:nvPr/>
        </p:nvSpPr>
        <p:spPr>
          <a:xfrm>
            <a:off x="1125680" y="1360589"/>
            <a:ext cx="14149705" cy="3818994"/>
          </a:xfrm>
          <a:prstGeom prst="rect">
            <a:avLst/>
          </a:prstGeom>
        </p:spPr>
        <p:txBody>
          <a:bodyPr vert="horz" wrap="square" lIns="0" tIns="0" rIns="0" bIns="0" rtlCol="0">
            <a:spAutoFit/>
          </a:bodyPr>
          <a:lstStyle/>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spcBef>
                <a:spcPts val="1680"/>
              </a:spcBef>
            </a:pPr>
            <a:endParaRPr sz="1800" dirty="0">
              <a:latin typeface="Times New Roman"/>
              <a:cs typeface="Times New Roman"/>
            </a:endParaRPr>
          </a:p>
        </p:txBody>
      </p:sp>
      <p:pic>
        <p:nvPicPr>
          <p:cNvPr id="8" name="Imagen 7">
            <a:extLst>
              <a:ext uri="{FF2B5EF4-FFF2-40B4-BE49-F238E27FC236}">
                <a16:creationId xmlns:a16="http://schemas.microsoft.com/office/drawing/2014/main" id="{88054A12-84EB-AD0C-A176-1095D75E3E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5280" y="2819109"/>
            <a:ext cx="12004524" cy="6107302"/>
          </a:xfrm>
          <a:prstGeom prst="rect">
            <a:avLst/>
          </a:prstGeom>
        </p:spPr>
      </p:pic>
      <p:sp>
        <p:nvSpPr>
          <p:cNvPr id="10" name="CuadroTexto 9">
            <a:extLst>
              <a:ext uri="{FF2B5EF4-FFF2-40B4-BE49-F238E27FC236}">
                <a16:creationId xmlns:a16="http://schemas.microsoft.com/office/drawing/2014/main" id="{2CA1459A-814D-1778-8F09-EEE5F80FBC49}"/>
              </a:ext>
            </a:extLst>
          </p:cNvPr>
          <p:cNvSpPr txBox="1"/>
          <p:nvPr/>
        </p:nvSpPr>
        <p:spPr>
          <a:xfrm>
            <a:off x="838200" y="2552700"/>
            <a:ext cx="4419600" cy="7294305"/>
          </a:xfrm>
          <a:prstGeom prst="rect">
            <a:avLst/>
          </a:prstGeom>
          <a:noFill/>
        </p:spPr>
        <p:txBody>
          <a:bodyPr wrap="square">
            <a:spAutoFit/>
          </a:bodyPr>
          <a:lstStyle/>
          <a:p>
            <a:r>
              <a:rPr lang="es-ES" dirty="0">
                <a:solidFill>
                  <a:schemeClr val="bg1"/>
                </a:solidFill>
              </a:rPr>
              <a:t>Paso 4: Revisión de contenedores existentes</a:t>
            </a:r>
          </a:p>
          <a:p>
            <a:r>
              <a:rPr lang="es-ES" dirty="0">
                <a:solidFill>
                  <a:schemeClr val="bg1"/>
                </a:solidFill>
              </a:rPr>
              <a:t>Después se revisaron los contenedores creados con:</a:t>
            </a:r>
          </a:p>
          <a:p>
            <a:r>
              <a:rPr lang="es-ES" dirty="0" err="1">
                <a:solidFill>
                  <a:schemeClr val="bg1"/>
                </a:solidFill>
              </a:rPr>
              <a:t>docker</a:t>
            </a:r>
            <a:r>
              <a:rPr lang="es-ES" dirty="0">
                <a:solidFill>
                  <a:schemeClr val="bg1"/>
                </a:solidFill>
              </a:rPr>
              <a:t> </a:t>
            </a:r>
            <a:r>
              <a:rPr lang="es-ES" dirty="0" err="1">
                <a:solidFill>
                  <a:schemeClr val="bg1"/>
                </a:solidFill>
              </a:rPr>
              <a:t>ps</a:t>
            </a:r>
            <a:r>
              <a:rPr lang="es-ES" dirty="0">
                <a:solidFill>
                  <a:schemeClr val="bg1"/>
                </a:solidFill>
              </a:rPr>
              <a:t> -a</a:t>
            </a:r>
          </a:p>
          <a:p>
            <a:r>
              <a:rPr lang="es-ES" dirty="0">
                <a:solidFill>
                  <a:schemeClr val="bg1"/>
                </a:solidFill>
              </a:rPr>
              <a:t>En la lista apareció un contenedor llamado </a:t>
            </a:r>
            <a:r>
              <a:rPr lang="es-ES" dirty="0" err="1">
                <a:solidFill>
                  <a:schemeClr val="bg1"/>
                </a:solidFill>
              </a:rPr>
              <a:t>oracle-xe</a:t>
            </a:r>
            <a:r>
              <a:rPr lang="es-ES" dirty="0">
                <a:solidFill>
                  <a:schemeClr val="bg1"/>
                </a:solidFill>
              </a:rPr>
              <a:t>, el cual correspondía a Oracle XE. También se observó que había contenedores de Oracle relacionados con la imagen</a:t>
            </a:r>
          </a:p>
          <a:p>
            <a:r>
              <a:rPr lang="es-ES" dirty="0">
                <a:solidFill>
                  <a:schemeClr val="bg1"/>
                </a:solidFill>
              </a:rPr>
              <a:t>Paso 5: Creación o inicio del contenedor de Oracle</a:t>
            </a:r>
          </a:p>
          <a:p>
            <a:r>
              <a:rPr lang="es-ES" dirty="0">
                <a:solidFill>
                  <a:schemeClr val="bg1"/>
                </a:solidFill>
              </a:rPr>
              <a:t>Para trabajar con Oracle, se utilizó un contenedor llamado </a:t>
            </a:r>
            <a:r>
              <a:rPr lang="es-ES" dirty="0" err="1">
                <a:solidFill>
                  <a:schemeClr val="bg1"/>
                </a:solidFill>
              </a:rPr>
              <a:t>oracle-xe</a:t>
            </a:r>
            <a:r>
              <a:rPr lang="es-ES" dirty="0">
                <a:solidFill>
                  <a:schemeClr val="bg1"/>
                </a:solidFill>
              </a:rPr>
              <a:t>. En caso de crearlo desde cero, se puede utilizar el siguiente comando:</a:t>
            </a:r>
          </a:p>
          <a:p>
            <a:r>
              <a:rPr lang="es-ES" dirty="0" err="1">
                <a:solidFill>
                  <a:schemeClr val="bg1"/>
                </a:solidFill>
              </a:rPr>
              <a:t>docker</a:t>
            </a:r>
            <a:r>
              <a:rPr lang="es-ES" dirty="0">
                <a:solidFill>
                  <a:schemeClr val="bg1"/>
                </a:solidFill>
              </a:rPr>
              <a:t> run -d \</a:t>
            </a:r>
          </a:p>
          <a:p>
            <a:r>
              <a:rPr lang="es-ES" dirty="0">
                <a:solidFill>
                  <a:schemeClr val="bg1"/>
                </a:solidFill>
              </a:rPr>
              <a:t>--</a:t>
            </a:r>
            <a:r>
              <a:rPr lang="es-ES" dirty="0" err="1">
                <a:solidFill>
                  <a:schemeClr val="bg1"/>
                </a:solidFill>
              </a:rPr>
              <a:t>name</a:t>
            </a:r>
            <a:r>
              <a:rPr lang="es-ES" dirty="0">
                <a:solidFill>
                  <a:schemeClr val="bg1"/>
                </a:solidFill>
              </a:rPr>
              <a:t> </a:t>
            </a:r>
            <a:r>
              <a:rPr lang="es-ES" dirty="0" err="1">
                <a:solidFill>
                  <a:schemeClr val="bg1"/>
                </a:solidFill>
              </a:rPr>
              <a:t>oracle-xe</a:t>
            </a:r>
            <a:r>
              <a:rPr lang="es-ES" dirty="0">
                <a:solidFill>
                  <a:schemeClr val="bg1"/>
                </a:solidFill>
              </a:rPr>
              <a:t> \</a:t>
            </a:r>
          </a:p>
          <a:p>
            <a:r>
              <a:rPr lang="es-ES" dirty="0">
                <a:solidFill>
                  <a:schemeClr val="bg1"/>
                </a:solidFill>
              </a:rPr>
              <a:t>-p 1521:1521 \</a:t>
            </a:r>
          </a:p>
          <a:p>
            <a:r>
              <a:rPr lang="es-ES" dirty="0">
                <a:solidFill>
                  <a:schemeClr val="bg1"/>
                </a:solidFill>
              </a:rPr>
              <a:t>-e ORACLE_PASSWORD=Oracle123 \</a:t>
            </a:r>
          </a:p>
          <a:p>
            <a:r>
              <a:rPr lang="es-ES" dirty="0" err="1">
                <a:solidFill>
                  <a:schemeClr val="bg1"/>
                </a:solidFill>
              </a:rPr>
              <a:t>gvenzl</a:t>
            </a:r>
            <a:r>
              <a:rPr lang="es-ES" dirty="0">
                <a:solidFill>
                  <a:schemeClr val="bg1"/>
                </a:solidFill>
              </a:rPr>
              <a:t>/</a:t>
            </a:r>
            <a:r>
              <a:rPr lang="es-ES" dirty="0" err="1">
                <a:solidFill>
                  <a:schemeClr val="bg1"/>
                </a:solidFill>
              </a:rPr>
              <a:t>oracle-xe:latest</a:t>
            </a:r>
            <a:endParaRPr lang="es-ES" dirty="0">
              <a:solidFill>
                <a:schemeClr val="bg1"/>
              </a:solidFill>
            </a:endParaRPr>
          </a:p>
          <a:p>
            <a:r>
              <a:rPr lang="es-ES" dirty="0">
                <a:solidFill>
                  <a:schemeClr val="bg1"/>
                </a:solidFill>
              </a:rPr>
              <a:t>Este comando crea un contenedor de Oracle XE, asigna el puerto 1521 y configura la contraseña principal de Oracle.</a:t>
            </a:r>
          </a:p>
          <a:p>
            <a:endParaRPr lang="es-ES" dirty="0">
              <a:solidFill>
                <a:schemeClr val="bg1"/>
              </a:solidFill>
            </a:endParaRPr>
          </a:p>
        </p:txBody>
      </p:sp>
    </p:spTree>
    <p:extLst>
      <p:ext uri="{BB962C8B-B14F-4D97-AF65-F5344CB8AC3E}">
        <p14:creationId xmlns:p14="http://schemas.microsoft.com/office/powerpoint/2010/main" val="3340823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8288000" cy="10287000"/>
          </a:xfrm>
          <a:prstGeom prst="rect">
            <a:avLst/>
          </a:prstGeom>
        </p:spPr>
      </p:pic>
      <p:pic>
        <p:nvPicPr>
          <p:cNvPr id="3" name="object 3"/>
          <p:cNvPicPr/>
          <p:nvPr/>
        </p:nvPicPr>
        <p:blipFill>
          <a:blip r:embed="rId3" cstate="print"/>
          <a:stretch>
            <a:fillRect/>
          </a:stretch>
        </p:blipFill>
        <p:spPr>
          <a:xfrm>
            <a:off x="421081" y="521971"/>
            <a:ext cx="5802922" cy="4114800"/>
          </a:xfrm>
          <a:prstGeom prst="rect">
            <a:avLst/>
          </a:prstGeom>
        </p:spPr>
      </p:pic>
      <p:pic>
        <p:nvPicPr>
          <p:cNvPr id="4" name="object 4"/>
          <p:cNvPicPr/>
          <p:nvPr/>
        </p:nvPicPr>
        <p:blipFill>
          <a:blip r:embed="rId4" cstate="print"/>
          <a:stretch>
            <a:fillRect/>
          </a:stretch>
        </p:blipFill>
        <p:spPr>
          <a:xfrm>
            <a:off x="12063945" y="5773356"/>
            <a:ext cx="5802922" cy="4114800"/>
          </a:xfrm>
          <a:prstGeom prst="rect">
            <a:avLst/>
          </a:prstGeom>
        </p:spPr>
      </p:pic>
      <p:grpSp>
        <p:nvGrpSpPr>
          <p:cNvPr id="5" name="object 5"/>
          <p:cNvGrpSpPr/>
          <p:nvPr/>
        </p:nvGrpSpPr>
        <p:grpSpPr>
          <a:xfrm>
            <a:off x="6459493" y="531199"/>
            <a:ext cx="11011535" cy="153035"/>
            <a:chOff x="6459493" y="531199"/>
            <a:chExt cx="11011535" cy="153035"/>
          </a:xfrm>
        </p:grpSpPr>
        <p:sp>
          <p:nvSpPr>
            <p:cNvPr id="6" name="object 6"/>
            <p:cNvSpPr/>
            <p:nvPr/>
          </p:nvSpPr>
          <p:spPr>
            <a:xfrm>
              <a:off x="6528549" y="607694"/>
              <a:ext cx="10942320" cy="0"/>
            </a:xfrm>
            <a:custGeom>
              <a:avLst/>
              <a:gdLst/>
              <a:ahLst/>
              <a:cxnLst/>
              <a:rect l="l" t="t" r="r" b="b"/>
              <a:pathLst>
                <a:path w="10942319">
                  <a:moveTo>
                    <a:pt x="0" y="0"/>
                  </a:moveTo>
                  <a:lnTo>
                    <a:pt x="10942243" y="0"/>
                  </a:lnTo>
                </a:path>
              </a:pathLst>
            </a:custGeom>
            <a:ln w="19049">
              <a:solidFill>
                <a:srgbClr val="FFFFFF"/>
              </a:solidFill>
            </a:ln>
          </p:spPr>
          <p:txBody>
            <a:bodyPr wrap="square" lIns="0" tIns="0" rIns="0" bIns="0" rtlCol="0"/>
            <a:lstStyle/>
            <a:p>
              <a:endParaRPr/>
            </a:p>
          </p:txBody>
        </p:sp>
        <p:pic>
          <p:nvPicPr>
            <p:cNvPr id="7" name="object 7"/>
            <p:cNvPicPr/>
            <p:nvPr/>
          </p:nvPicPr>
          <p:blipFill>
            <a:blip r:embed="rId5" cstate="print"/>
            <a:stretch>
              <a:fillRect/>
            </a:stretch>
          </p:blipFill>
          <p:spPr>
            <a:xfrm>
              <a:off x="6459493" y="531199"/>
              <a:ext cx="138111" cy="152990"/>
            </a:xfrm>
            <a:prstGeom prst="rect">
              <a:avLst/>
            </a:prstGeom>
          </p:spPr>
        </p:pic>
      </p:grpSp>
      <p:grpSp>
        <p:nvGrpSpPr>
          <p:cNvPr id="8" name="object 8"/>
          <p:cNvGrpSpPr/>
          <p:nvPr/>
        </p:nvGrpSpPr>
        <p:grpSpPr>
          <a:xfrm>
            <a:off x="752881" y="9668786"/>
            <a:ext cx="11011535" cy="153035"/>
            <a:chOff x="752881" y="9668786"/>
            <a:chExt cx="11011535" cy="153035"/>
          </a:xfrm>
        </p:grpSpPr>
        <p:sp>
          <p:nvSpPr>
            <p:cNvPr id="9" name="object 9"/>
            <p:cNvSpPr/>
            <p:nvPr/>
          </p:nvSpPr>
          <p:spPr>
            <a:xfrm>
              <a:off x="752881" y="9745281"/>
              <a:ext cx="10942320" cy="0"/>
            </a:xfrm>
            <a:custGeom>
              <a:avLst/>
              <a:gdLst/>
              <a:ahLst/>
              <a:cxnLst/>
              <a:rect l="l" t="t" r="r" b="b"/>
              <a:pathLst>
                <a:path w="10942320">
                  <a:moveTo>
                    <a:pt x="10942243" y="0"/>
                  </a:moveTo>
                  <a:lnTo>
                    <a:pt x="0" y="0"/>
                  </a:lnTo>
                </a:path>
              </a:pathLst>
            </a:custGeom>
            <a:ln w="19049">
              <a:solidFill>
                <a:srgbClr val="FFFFFF"/>
              </a:solidFill>
            </a:ln>
          </p:spPr>
          <p:txBody>
            <a:bodyPr wrap="square" lIns="0" tIns="0" rIns="0" bIns="0" rtlCol="0"/>
            <a:lstStyle/>
            <a:p>
              <a:endParaRPr/>
            </a:p>
          </p:txBody>
        </p:sp>
        <p:pic>
          <p:nvPicPr>
            <p:cNvPr id="10" name="object 10"/>
            <p:cNvPicPr/>
            <p:nvPr/>
          </p:nvPicPr>
          <p:blipFill>
            <a:blip r:embed="rId6" cstate="print"/>
            <a:stretch>
              <a:fillRect/>
            </a:stretch>
          </p:blipFill>
          <p:spPr>
            <a:xfrm>
              <a:off x="11626069" y="9668786"/>
              <a:ext cx="138111" cy="152990"/>
            </a:xfrm>
            <a:prstGeom prst="rect">
              <a:avLst/>
            </a:prstGeom>
          </p:spPr>
        </p:pic>
      </p:grpSp>
      <p:sp>
        <p:nvSpPr>
          <p:cNvPr id="11" name="object 11"/>
          <p:cNvSpPr txBox="1"/>
          <p:nvPr/>
        </p:nvSpPr>
        <p:spPr>
          <a:xfrm>
            <a:off x="5527149" y="3177605"/>
            <a:ext cx="8647612" cy="874598"/>
          </a:xfrm>
          <a:prstGeom prst="rect">
            <a:avLst/>
          </a:prstGeom>
        </p:spPr>
        <p:txBody>
          <a:bodyPr vert="horz" wrap="square" lIns="0" tIns="12700" rIns="0" bIns="0" rtlCol="0">
            <a:spAutoFit/>
          </a:bodyPr>
          <a:lstStyle/>
          <a:p>
            <a:pPr algn="l"/>
            <a:r>
              <a:rPr lang="es-ES" sz="2800" b="0" i="0" dirty="0">
                <a:solidFill>
                  <a:schemeClr val="bg1"/>
                </a:solidFill>
                <a:effectLst/>
                <a:latin typeface="pplxSerif"/>
              </a:rPr>
              <a:t>Anexo link de </a:t>
            </a:r>
            <a:r>
              <a:rPr lang="es-ES" sz="2800" b="0" i="0" dirty="0" err="1">
                <a:solidFill>
                  <a:schemeClr val="bg1"/>
                </a:solidFill>
                <a:effectLst/>
                <a:latin typeface="pplxSerif"/>
              </a:rPr>
              <a:t>git</a:t>
            </a:r>
            <a:r>
              <a:rPr lang="es-ES" sz="2800" b="0" i="0" dirty="0">
                <a:solidFill>
                  <a:schemeClr val="bg1"/>
                </a:solidFill>
                <a:effectLst/>
                <a:latin typeface="pplxSerif"/>
              </a:rPr>
              <a:t> </a:t>
            </a:r>
            <a:r>
              <a:rPr lang="es-ES" sz="2800" b="0" i="0" dirty="0" err="1">
                <a:solidFill>
                  <a:schemeClr val="bg1"/>
                </a:solidFill>
                <a:effectLst/>
                <a:latin typeface="pplxSerif"/>
              </a:rPr>
              <a:t>hub</a:t>
            </a:r>
            <a:r>
              <a:rPr lang="es-ES" sz="2800" b="0" i="0" dirty="0">
                <a:solidFill>
                  <a:schemeClr val="bg1"/>
                </a:solidFill>
                <a:effectLst/>
                <a:latin typeface="pplxSerif"/>
              </a:rPr>
              <a:t> con las actividades correspondiente https://github.com/eddiCastS/PRUEBAS-EN-BRUNO.git</a:t>
            </a:r>
          </a:p>
        </p:txBody>
      </p:sp>
      <p:sp>
        <p:nvSpPr>
          <p:cNvPr id="12" name="object 12"/>
          <p:cNvSpPr txBox="1">
            <a:spLocks noGrp="1"/>
          </p:cNvSpPr>
          <p:nvPr>
            <p:ph type="title"/>
          </p:nvPr>
        </p:nvSpPr>
        <p:spPr>
          <a:xfrm>
            <a:off x="5509943" y="1363997"/>
            <a:ext cx="8647611" cy="974626"/>
          </a:xfrm>
          <a:prstGeom prst="rect">
            <a:avLst/>
          </a:prstGeom>
        </p:spPr>
        <p:txBody>
          <a:bodyPr vert="horz" wrap="square" lIns="0" tIns="12700" rIns="0" bIns="0" rtlCol="0">
            <a:spAutoFit/>
          </a:bodyPr>
          <a:lstStyle/>
          <a:p>
            <a:pPr marL="12700">
              <a:lnSpc>
                <a:spcPct val="100000"/>
              </a:lnSpc>
              <a:spcBef>
                <a:spcPts val="100"/>
              </a:spcBef>
            </a:pPr>
            <a:r>
              <a:rPr lang="es-ES" sz="6250" spc="150" dirty="0"/>
              <a:t>Archivo de Git Hub</a:t>
            </a:r>
            <a:endParaRPr sz="6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8288000" cy="10287000"/>
          </a:xfrm>
          <a:prstGeom prst="rect">
            <a:avLst/>
          </a:prstGeom>
        </p:spPr>
      </p:pic>
      <p:pic>
        <p:nvPicPr>
          <p:cNvPr id="3" name="object 3"/>
          <p:cNvPicPr/>
          <p:nvPr/>
        </p:nvPicPr>
        <p:blipFill>
          <a:blip r:embed="rId3" cstate="print"/>
          <a:stretch>
            <a:fillRect/>
          </a:stretch>
        </p:blipFill>
        <p:spPr>
          <a:xfrm>
            <a:off x="421081" y="521971"/>
            <a:ext cx="5802922" cy="4114800"/>
          </a:xfrm>
          <a:prstGeom prst="rect">
            <a:avLst/>
          </a:prstGeom>
        </p:spPr>
      </p:pic>
      <p:pic>
        <p:nvPicPr>
          <p:cNvPr id="4" name="object 4"/>
          <p:cNvPicPr/>
          <p:nvPr/>
        </p:nvPicPr>
        <p:blipFill>
          <a:blip r:embed="rId4" cstate="print"/>
          <a:stretch>
            <a:fillRect/>
          </a:stretch>
        </p:blipFill>
        <p:spPr>
          <a:xfrm>
            <a:off x="12063945" y="5773356"/>
            <a:ext cx="5802922" cy="4114800"/>
          </a:xfrm>
          <a:prstGeom prst="rect">
            <a:avLst/>
          </a:prstGeom>
        </p:spPr>
      </p:pic>
      <p:grpSp>
        <p:nvGrpSpPr>
          <p:cNvPr id="5" name="object 5"/>
          <p:cNvGrpSpPr/>
          <p:nvPr/>
        </p:nvGrpSpPr>
        <p:grpSpPr>
          <a:xfrm>
            <a:off x="6459493" y="531199"/>
            <a:ext cx="11011535" cy="153035"/>
            <a:chOff x="6459493" y="531199"/>
            <a:chExt cx="11011535" cy="153035"/>
          </a:xfrm>
        </p:grpSpPr>
        <p:sp>
          <p:nvSpPr>
            <p:cNvPr id="6" name="object 6"/>
            <p:cNvSpPr/>
            <p:nvPr/>
          </p:nvSpPr>
          <p:spPr>
            <a:xfrm>
              <a:off x="6528549" y="607694"/>
              <a:ext cx="10942320" cy="0"/>
            </a:xfrm>
            <a:custGeom>
              <a:avLst/>
              <a:gdLst/>
              <a:ahLst/>
              <a:cxnLst/>
              <a:rect l="l" t="t" r="r" b="b"/>
              <a:pathLst>
                <a:path w="10942319">
                  <a:moveTo>
                    <a:pt x="0" y="0"/>
                  </a:moveTo>
                  <a:lnTo>
                    <a:pt x="10942243" y="0"/>
                  </a:lnTo>
                </a:path>
              </a:pathLst>
            </a:custGeom>
            <a:ln w="19049">
              <a:solidFill>
                <a:srgbClr val="FFFFFF"/>
              </a:solidFill>
            </a:ln>
          </p:spPr>
          <p:txBody>
            <a:bodyPr wrap="square" lIns="0" tIns="0" rIns="0" bIns="0" rtlCol="0"/>
            <a:lstStyle/>
            <a:p>
              <a:endParaRPr/>
            </a:p>
          </p:txBody>
        </p:sp>
        <p:pic>
          <p:nvPicPr>
            <p:cNvPr id="7" name="object 7"/>
            <p:cNvPicPr/>
            <p:nvPr/>
          </p:nvPicPr>
          <p:blipFill>
            <a:blip r:embed="rId5" cstate="print"/>
            <a:stretch>
              <a:fillRect/>
            </a:stretch>
          </p:blipFill>
          <p:spPr>
            <a:xfrm>
              <a:off x="6459493" y="531199"/>
              <a:ext cx="138111" cy="152990"/>
            </a:xfrm>
            <a:prstGeom prst="rect">
              <a:avLst/>
            </a:prstGeom>
          </p:spPr>
        </p:pic>
      </p:grpSp>
      <p:grpSp>
        <p:nvGrpSpPr>
          <p:cNvPr id="8" name="object 8"/>
          <p:cNvGrpSpPr/>
          <p:nvPr/>
        </p:nvGrpSpPr>
        <p:grpSpPr>
          <a:xfrm>
            <a:off x="752881" y="9668786"/>
            <a:ext cx="11011535" cy="153035"/>
            <a:chOff x="752881" y="9668786"/>
            <a:chExt cx="11011535" cy="153035"/>
          </a:xfrm>
        </p:grpSpPr>
        <p:sp>
          <p:nvSpPr>
            <p:cNvPr id="9" name="object 9"/>
            <p:cNvSpPr/>
            <p:nvPr/>
          </p:nvSpPr>
          <p:spPr>
            <a:xfrm>
              <a:off x="752881" y="9745281"/>
              <a:ext cx="10942320" cy="0"/>
            </a:xfrm>
            <a:custGeom>
              <a:avLst/>
              <a:gdLst/>
              <a:ahLst/>
              <a:cxnLst/>
              <a:rect l="l" t="t" r="r" b="b"/>
              <a:pathLst>
                <a:path w="10942320">
                  <a:moveTo>
                    <a:pt x="10942243" y="0"/>
                  </a:moveTo>
                  <a:lnTo>
                    <a:pt x="0" y="0"/>
                  </a:lnTo>
                </a:path>
              </a:pathLst>
            </a:custGeom>
            <a:ln w="19049">
              <a:solidFill>
                <a:srgbClr val="FFFFFF"/>
              </a:solidFill>
            </a:ln>
          </p:spPr>
          <p:txBody>
            <a:bodyPr wrap="square" lIns="0" tIns="0" rIns="0" bIns="0" rtlCol="0"/>
            <a:lstStyle/>
            <a:p>
              <a:endParaRPr/>
            </a:p>
          </p:txBody>
        </p:sp>
        <p:pic>
          <p:nvPicPr>
            <p:cNvPr id="10" name="object 10"/>
            <p:cNvPicPr/>
            <p:nvPr/>
          </p:nvPicPr>
          <p:blipFill>
            <a:blip r:embed="rId6" cstate="print"/>
            <a:stretch>
              <a:fillRect/>
            </a:stretch>
          </p:blipFill>
          <p:spPr>
            <a:xfrm>
              <a:off x="11626069" y="9668786"/>
              <a:ext cx="138111" cy="152990"/>
            </a:xfrm>
            <a:prstGeom prst="rect">
              <a:avLst/>
            </a:prstGeom>
          </p:spPr>
        </p:pic>
      </p:grpSp>
      <p:sp>
        <p:nvSpPr>
          <p:cNvPr id="11" name="object 11"/>
          <p:cNvSpPr txBox="1"/>
          <p:nvPr/>
        </p:nvSpPr>
        <p:spPr>
          <a:xfrm>
            <a:off x="5527149" y="3177605"/>
            <a:ext cx="8647612" cy="6045245"/>
          </a:xfrm>
          <a:prstGeom prst="rect">
            <a:avLst/>
          </a:prstGeom>
        </p:spPr>
        <p:txBody>
          <a:bodyPr vert="horz" wrap="square" lIns="0" tIns="12700" rIns="0" bIns="0" rtlCol="0">
            <a:spAutoFit/>
          </a:bodyPr>
          <a:lstStyle/>
          <a:p>
            <a:pPr algn="l"/>
            <a:r>
              <a:rPr lang="es-ES" sz="2800" b="0" i="0" dirty="0">
                <a:solidFill>
                  <a:schemeClr val="bg1"/>
                </a:solidFill>
                <a:effectLst/>
                <a:latin typeface="pplxSerif"/>
              </a:rPr>
              <a:t>Al finalizar esta práctica se logró instalar Ubuntu correctamente junto con Windows, utilizando particiones de disco y un proceso de arranque desde USB. También se comprobó que Docker funciona como una herramienta útil para crear contenedores de bases de datos y trabajar con ellos de forma ordenada y práctica.</a:t>
            </a:r>
          </a:p>
          <a:p>
            <a:pPr algn="l"/>
            <a:r>
              <a:rPr lang="es-ES" sz="2800" b="0" i="0" dirty="0">
                <a:solidFill>
                  <a:schemeClr val="bg1"/>
                </a:solidFill>
                <a:effectLst/>
                <a:latin typeface="pplxSerif"/>
              </a:rPr>
              <a:t>Además, se adquirió experiencia en la creación de bases de datos dentro de MySQL, PostgreSQL y Oracle mediante Docker, fortaleciendo conocimientos que serán de gran utilidad en materias posteriores y en proyectos reales. En general, la práctica permitió comprender mejor la relación entre sistemas operativos, administración de almacenamiento y uso de contenedores en entornos de desarrollo.</a:t>
            </a:r>
          </a:p>
        </p:txBody>
      </p:sp>
      <p:sp>
        <p:nvSpPr>
          <p:cNvPr id="12" name="object 12"/>
          <p:cNvSpPr txBox="1">
            <a:spLocks noGrp="1"/>
          </p:cNvSpPr>
          <p:nvPr>
            <p:ph type="title"/>
          </p:nvPr>
        </p:nvSpPr>
        <p:spPr>
          <a:xfrm>
            <a:off x="7053109" y="1889315"/>
            <a:ext cx="4159250" cy="977900"/>
          </a:xfrm>
          <a:prstGeom prst="rect">
            <a:avLst/>
          </a:prstGeom>
        </p:spPr>
        <p:txBody>
          <a:bodyPr vert="horz" wrap="square" lIns="0" tIns="12700" rIns="0" bIns="0" rtlCol="0">
            <a:spAutoFit/>
          </a:bodyPr>
          <a:lstStyle/>
          <a:p>
            <a:pPr marL="12700">
              <a:lnSpc>
                <a:spcPct val="100000"/>
              </a:lnSpc>
              <a:spcBef>
                <a:spcPts val="100"/>
              </a:spcBef>
            </a:pPr>
            <a:r>
              <a:rPr sz="6250" spc="150" dirty="0"/>
              <a:t>Conclusion</a:t>
            </a:r>
            <a:endParaRPr sz="6250"/>
          </a:p>
        </p:txBody>
      </p:sp>
    </p:spTree>
    <p:extLst>
      <p:ext uri="{BB962C8B-B14F-4D97-AF65-F5344CB8AC3E}">
        <p14:creationId xmlns:p14="http://schemas.microsoft.com/office/powerpoint/2010/main" val="5896513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TotalTime>
  <Words>2053</Words>
  <Application>Microsoft Office PowerPoint</Application>
  <PresentationFormat>Personalizado</PresentationFormat>
  <Paragraphs>287</Paragraphs>
  <Slides>22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22</vt:i4>
      </vt:variant>
    </vt:vector>
  </HeadingPairs>
  <TitlesOfParts>
    <vt:vector size="28" baseType="lpstr">
      <vt:lpstr>Arial</vt:lpstr>
      <vt:lpstr>Calibri</vt:lpstr>
      <vt:lpstr>Microsoft Sans Serif</vt:lpstr>
      <vt:lpstr>pplxSerif</vt:lpstr>
      <vt:lpstr>Times New Roman</vt:lpstr>
      <vt:lpstr>Office Theme</vt:lpstr>
      <vt:lpstr>Presentación de PowerPoint</vt:lpstr>
      <vt:lpstr>INTRODUCCIÓN</vt:lpstr>
      <vt:lpstr>JUSTIFICACION</vt:lpstr>
      <vt:lpstr>Paso 1 Descargaremos la imagen ISO de Ubuntu linux</vt:lpstr>
      <vt:lpstr>´Paso 2: Hacemos las particiones del disco duro</vt:lpstr>
      <vt:lpstr>´Paso 2: Hacemos las particiones del disco duro</vt:lpstr>
      <vt:lpstr>Paso 3: Descargamos Rufus y preparamos la memoria con la ISO</vt:lpstr>
      <vt:lpstr>´Paso 4: Entramos a la Bios y damos en arrancar USB</vt:lpstr>
      <vt:lpstr>´Paso 5: Configuración de Ubuntu y instalacion</vt:lpstr>
      <vt:lpstr>´Paso 5: Configuración de Ubuntu y instalacion</vt:lpstr>
      <vt:lpstr>´Paso 5: Configuración de Ubuntu y instalacion</vt:lpstr>
      <vt:lpstr>´Paso 5: Configuración de Ubuntu y instalacion</vt:lpstr>
      <vt:lpstr>´Paso 5: Configuración de Ubuntu y instalacion</vt:lpstr>
      <vt:lpstr>´Paso 5: Configuración de Ubuntu y instalacion</vt:lpstr>
      <vt:lpstr>Creacion de una base de datos DE MYSQL MEDINATE DOCKER</vt:lpstr>
      <vt:lpstr>Crear una base de datos DE MYSQL MEDINATE DOCKER</vt:lpstr>
      <vt:lpstr>Creacion de base de datos POSTGRES MEDINATE DOCKER</vt:lpstr>
      <vt:lpstr>Creacion de base de datos POSTGRES MEDINATE DOCKER</vt:lpstr>
      <vt:lpstr>Creacion de base de datos en Oracle mediante Docker </vt:lpstr>
      <vt:lpstr>Creacion de base de datos en Oracle mediante Docker </vt:lpstr>
      <vt:lpstr>Archivo de Git Hub</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Eddi Castillo</dc:creator>
  <cp:lastModifiedBy>eddi castillo</cp:lastModifiedBy>
  <cp:revision>4</cp:revision>
  <dcterms:created xsi:type="dcterms:W3CDTF">2026-05-06T04:52:09Z</dcterms:created>
  <dcterms:modified xsi:type="dcterms:W3CDTF">2026-06-05T14:24:26Z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2026-05-06T00:00:00Z</vt:filetime>
  </property>
  <property fmtid="{D5CDD505-2E9C-101B-9397-08002B2CF9AE}" pid="3" name="LastSaved">
    <vt:filetime>2026-05-06T00:00:00Z</vt:filetime>
  </property>
  <property fmtid="{D5CDD505-2E9C-101B-9397-08002B2CF9AE}" pid="4" name="Producer">
    <vt:lpwstr>3-Heights(TM) PDF Security Shell 4.8.25.2 (http://www.pdf-tools.com)</vt:lpwstr>
  </property>
</Properties>
</file>