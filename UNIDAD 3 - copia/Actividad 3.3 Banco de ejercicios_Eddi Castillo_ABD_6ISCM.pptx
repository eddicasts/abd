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70" r:id="rId13"/>
    <p:sldId id="267" r:id="rId14"/>
  </p:sldIdLst>
  <p:sldSz cx="9144000" cy="5143500" type="screen16x9"/>
  <p:notesSz cx="5143500" cy="9144000"/>
  <p:defaultTextStyle>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extLst>
    <p:ext uri="{EFAFB233-063F-42B5-8137-9DF3F51BA10A}">
      <p15:sldGuideLst xmlns:p15="http://schemas.microsoft.com/office/powerpoint/2012/main">
        <p15:guide id="1" pos="2880">
          <p15:clr>
            <a:srgbClr val="A4A3A4"/>
          </p15:clr>
        </p15:guide>
        <p15:guide id="2" orient="horz" pos="16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3" d="100"/>
          <a:sy n="103" d="100"/>
        </p:scale>
        <p:origin x="874" y="77"/>
      </p:cViewPr>
      <p:guideLst>
        <p:guide pos="2880"/>
        <p:guide orient="horz" pos="162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02324856" name="Slide Image Placeholder 1"/>
          <p:cNvSpPr>
            <a:spLocks noGrp="1" noRot="1" noChangeAspect="1"/>
          </p:cNvSpPr>
          <p:nvPr>
            <p:ph type="sldImg"/>
          </p:nvPr>
        </p:nvSpPr>
        <p:spPr bwMode="auto"/>
      </p:sp>
      <p:sp>
        <p:nvSpPr>
          <p:cNvPr id="970222398" name="Notes Placeholder 2"/>
          <p:cNvSpPr>
            <a:spLocks noGrp="1"/>
          </p:cNvSpPr>
          <p:nvPr>
            <p:ph type="body" idx="1"/>
          </p:nvPr>
        </p:nvSpPr>
        <p:spPr bwMode="auto"/>
        <p:txBody>
          <a:bodyPr/>
          <a:lstStyle/>
          <a:p>
            <a:pPr>
              <a:defRPr/>
            </a:pPr>
            <a:endParaRPr lang="en-US"/>
          </a:p>
        </p:txBody>
      </p:sp>
      <p:sp>
        <p:nvSpPr>
          <p:cNvPr id="2089005213" name="Slide Number Placeholder 3"/>
          <p:cNvSpPr>
            <a:spLocks noGrp="1"/>
          </p:cNvSpPr>
          <p:nvPr>
            <p:ph type="sldNum" sz="quarter" idx="10"/>
          </p:nvPr>
        </p:nvSpPr>
        <p:spPr bwMode="auto"/>
        <p:txBody>
          <a:bodyPr/>
          <a:lstStyle/>
          <a:p>
            <a:pPr>
              <a:defRPr/>
            </a:pPr>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003542278" name="Slide Image Placeholder 1"/>
          <p:cNvSpPr>
            <a:spLocks noGrp="1" noRot="1" noChangeAspect="1"/>
          </p:cNvSpPr>
          <p:nvPr>
            <p:ph type="sldImg"/>
          </p:nvPr>
        </p:nvSpPr>
        <p:spPr bwMode="auto"/>
      </p:sp>
      <p:sp>
        <p:nvSpPr>
          <p:cNvPr id="1831611773" name="Notes Placeholder 2"/>
          <p:cNvSpPr>
            <a:spLocks noGrp="1"/>
          </p:cNvSpPr>
          <p:nvPr>
            <p:ph type="body" idx="1"/>
          </p:nvPr>
        </p:nvSpPr>
        <p:spPr bwMode="auto"/>
        <p:txBody>
          <a:bodyPr/>
          <a:lstStyle/>
          <a:p>
            <a:pPr>
              <a:defRPr/>
            </a:pPr>
            <a:endParaRPr lang="en-US"/>
          </a:p>
        </p:txBody>
      </p:sp>
      <p:sp>
        <p:nvSpPr>
          <p:cNvPr id="1272382637" name="Slide Number Placeholder 3"/>
          <p:cNvSpPr>
            <a:spLocks noGrp="1"/>
          </p:cNvSpPr>
          <p:nvPr>
            <p:ph type="sldNum" sz="quarter" idx="10"/>
          </p:nvPr>
        </p:nvSpPr>
        <p:spPr bwMode="auto"/>
        <p:txBody>
          <a:bodyPr/>
          <a:lstStyle/>
          <a:p>
            <a:pPr>
              <a:defRPr/>
            </a:pPr>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42342411" name="Slide Image Placeholder 1"/>
          <p:cNvSpPr>
            <a:spLocks noGrp="1" noRot="1" noChangeAspect="1"/>
          </p:cNvSpPr>
          <p:nvPr>
            <p:ph type="sldImg"/>
          </p:nvPr>
        </p:nvSpPr>
        <p:spPr bwMode="auto"/>
      </p:sp>
      <p:sp>
        <p:nvSpPr>
          <p:cNvPr id="553345694" name="Notes Placeholder 2"/>
          <p:cNvSpPr>
            <a:spLocks noGrp="1"/>
          </p:cNvSpPr>
          <p:nvPr>
            <p:ph type="body" idx="1"/>
          </p:nvPr>
        </p:nvSpPr>
        <p:spPr bwMode="auto"/>
        <p:txBody>
          <a:bodyPr/>
          <a:lstStyle/>
          <a:p>
            <a:pPr>
              <a:defRPr/>
            </a:pPr>
            <a:endParaRPr lang="en-US"/>
          </a:p>
        </p:txBody>
      </p:sp>
      <p:sp>
        <p:nvSpPr>
          <p:cNvPr id="1022595288" name="Slide Number Placeholder 3"/>
          <p:cNvSpPr>
            <a:spLocks noGrp="1"/>
          </p:cNvSpPr>
          <p:nvPr>
            <p:ph type="sldNum" sz="quarter" idx="10"/>
          </p:nvPr>
        </p:nvSpPr>
        <p:spPr bwMode="auto"/>
        <p:txBody>
          <a:bodyPr/>
          <a:lstStyle/>
          <a:p>
            <a:pPr>
              <a:defRPr/>
            </a:pPr>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128208315" name="Slide Image Placeholder 1"/>
          <p:cNvSpPr>
            <a:spLocks noGrp="1" noRot="1" noChangeAspect="1"/>
          </p:cNvSpPr>
          <p:nvPr>
            <p:ph type="sldImg"/>
          </p:nvPr>
        </p:nvSpPr>
        <p:spPr bwMode="auto"/>
      </p:sp>
      <p:sp>
        <p:nvSpPr>
          <p:cNvPr id="1573956561" name="Notes Placeholder 2"/>
          <p:cNvSpPr>
            <a:spLocks noGrp="1"/>
          </p:cNvSpPr>
          <p:nvPr>
            <p:ph type="body" idx="1"/>
          </p:nvPr>
        </p:nvSpPr>
        <p:spPr bwMode="auto"/>
        <p:txBody>
          <a:bodyPr/>
          <a:lstStyle/>
          <a:p>
            <a:pPr>
              <a:defRPr/>
            </a:pPr>
            <a:endParaRPr lang="en-US"/>
          </a:p>
        </p:txBody>
      </p:sp>
      <p:sp>
        <p:nvSpPr>
          <p:cNvPr id="642414035" name="Slide Number Placeholder 3"/>
          <p:cNvSpPr>
            <a:spLocks noGrp="1"/>
          </p:cNvSpPr>
          <p:nvPr>
            <p:ph type="sldNum" sz="quarter" idx="10"/>
          </p:nvPr>
        </p:nvSpPr>
        <p:spPr bwMode="auto"/>
        <p:txBody>
          <a:bodyPr/>
          <a:lstStyle/>
          <a:p>
            <a:pPr>
              <a:defRPr/>
            </a:pPr>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20316842" name="Slide Image Placeholder 1"/>
          <p:cNvSpPr>
            <a:spLocks noGrp="1" noRot="1" noChangeAspect="1"/>
          </p:cNvSpPr>
          <p:nvPr>
            <p:ph type="sldImg"/>
          </p:nvPr>
        </p:nvSpPr>
        <p:spPr bwMode="auto"/>
      </p:sp>
      <p:sp>
        <p:nvSpPr>
          <p:cNvPr id="1538443673" name="Notes Placeholder 2"/>
          <p:cNvSpPr>
            <a:spLocks noGrp="1"/>
          </p:cNvSpPr>
          <p:nvPr>
            <p:ph type="body" idx="1"/>
          </p:nvPr>
        </p:nvSpPr>
        <p:spPr bwMode="auto"/>
        <p:txBody>
          <a:bodyPr/>
          <a:lstStyle/>
          <a:p>
            <a:pPr>
              <a:defRPr/>
            </a:pPr>
            <a:endParaRPr lang="en-US"/>
          </a:p>
        </p:txBody>
      </p:sp>
      <p:sp>
        <p:nvSpPr>
          <p:cNvPr id="1710257526" name="Slide Number Placeholder 3"/>
          <p:cNvSpPr>
            <a:spLocks noGrp="1"/>
          </p:cNvSpPr>
          <p:nvPr>
            <p:ph type="sldNum" sz="quarter" idx="10"/>
          </p:nvPr>
        </p:nvSpPr>
        <p:spPr bwMode="auto"/>
        <p:txBody>
          <a:bodyPr/>
          <a:lstStyle/>
          <a:p>
            <a:pPr>
              <a:defRPr/>
            </a:pPr>
            <a:fld id="{B5077B80-7A71-FA9A-F4F5-4D2A4EBCE3B0}"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47808542" name="Slide Image Placeholder 1"/>
          <p:cNvSpPr>
            <a:spLocks noGrp="1" noRot="1" noChangeAspect="1"/>
          </p:cNvSpPr>
          <p:nvPr>
            <p:ph type="sldImg"/>
          </p:nvPr>
        </p:nvSpPr>
        <p:spPr bwMode="auto"/>
      </p:sp>
      <p:sp>
        <p:nvSpPr>
          <p:cNvPr id="512934882" name="Notes Placeholder 2"/>
          <p:cNvSpPr>
            <a:spLocks noGrp="1"/>
          </p:cNvSpPr>
          <p:nvPr>
            <p:ph type="body" idx="1"/>
          </p:nvPr>
        </p:nvSpPr>
        <p:spPr bwMode="auto"/>
        <p:txBody>
          <a:bodyPr/>
          <a:lstStyle/>
          <a:p>
            <a:pPr>
              <a:defRPr/>
            </a:pPr>
            <a:endParaRPr lang="en-US"/>
          </a:p>
        </p:txBody>
      </p:sp>
      <p:sp>
        <p:nvSpPr>
          <p:cNvPr id="952241890" name="Slide Number Placeholder 3"/>
          <p:cNvSpPr>
            <a:spLocks noGrp="1"/>
          </p:cNvSpPr>
          <p:nvPr>
            <p:ph type="sldNum" sz="quarter" idx="10"/>
          </p:nvPr>
        </p:nvSpPr>
        <p:spPr bwMode="auto"/>
        <p:txBody>
          <a:bodyPr/>
          <a:lstStyle/>
          <a:p>
            <a:pPr>
              <a:defRPr/>
            </a:pPr>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6974183" name="Slide Image Placeholder 1"/>
          <p:cNvSpPr>
            <a:spLocks noGrp="1" noRot="1" noChangeAspect="1"/>
          </p:cNvSpPr>
          <p:nvPr>
            <p:ph type="sldImg"/>
          </p:nvPr>
        </p:nvSpPr>
        <p:spPr bwMode="auto"/>
      </p:sp>
      <p:sp>
        <p:nvSpPr>
          <p:cNvPr id="603234665" name="Notes Placeholder 2"/>
          <p:cNvSpPr>
            <a:spLocks noGrp="1"/>
          </p:cNvSpPr>
          <p:nvPr>
            <p:ph type="body" idx="1"/>
          </p:nvPr>
        </p:nvSpPr>
        <p:spPr bwMode="auto"/>
        <p:txBody>
          <a:bodyPr/>
          <a:lstStyle/>
          <a:p>
            <a:pPr>
              <a:defRPr/>
            </a:pPr>
            <a:endParaRPr lang="en-US"/>
          </a:p>
        </p:txBody>
      </p:sp>
      <p:sp>
        <p:nvSpPr>
          <p:cNvPr id="1922456038" name="Slide Number Placeholder 3"/>
          <p:cNvSpPr>
            <a:spLocks noGrp="1"/>
          </p:cNvSpPr>
          <p:nvPr>
            <p:ph type="sldNum" sz="quarter" idx="10"/>
          </p:nvPr>
        </p:nvSpPr>
        <p:spPr bwMode="auto"/>
        <p:txBody>
          <a:bodyPr/>
          <a:lstStyle/>
          <a:p>
            <a:pPr>
              <a:defRPr/>
            </a:pPr>
            <a:fld id="{E605DEF4-AC8C-717C-3726-D7F5A2B639DB}"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047681000" name="Slide Image Placeholder 1"/>
          <p:cNvSpPr>
            <a:spLocks noGrp="1" noRot="1" noChangeAspect="1"/>
          </p:cNvSpPr>
          <p:nvPr>
            <p:ph type="sldImg"/>
          </p:nvPr>
        </p:nvSpPr>
        <p:spPr bwMode="auto"/>
      </p:sp>
      <p:sp>
        <p:nvSpPr>
          <p:cNvPr id="1886093754" name="Notes Placeholder 2"/>
          <p:cNvSpPr>
            <a:spLocks noGrp="1"/>
          </p:cNvSpPr>
          <p:nvPr>
            <p:ph type="body" idx="1"/>
          </p:nvPr>
        </p:nvSpPr>
        <p:spPr bwMode="auto"/>
        <p:txBody>
          <a:bodyPr/>
          <a:lstStyle/>
          <a:p>
            <a:pPr>
              <a:defRPr/>
            </a:pPr>
            <a:endParaRPr lang="en-US"/>
          </a:p>
        </p:txBody>
      </p:sp>
      <p:sp>
        <p:nvSpPr>
          <p:cNvPr id="1709845466" name="Slide Number Placeholder 3"/>
          <p:cNvSpPr>
            <a:spLocks noGrp="1"/>
          </p:cNvSpPr>
          <p:nvPr>
            <p:ph type="sldNum" sz="quarter" idx="10"/>
          </p:nvPr>
        </p:nvSpPr>
        <p:spPr bwMode="auto"/>
        <p:txBody>
          <a:bodyPr/>
          <a:lstStyle/>
          <a:p>
            <a:pPr>
              <a:defRPr/>
            </a:pPr>
            <a:fld id="{99C41655-1B00-DE72-D7C6-91695DAD22DE}"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881303516" name="Slide Image Placeholder 1"/>
          <p:cNvSpPr>
            <a:spLocks noGrp="1" noRot="1" noChangeAspect="1"/>
          </p:cNvSpPr>
          <p:nvPr>
            <p:ph type="sldImg"/>
          </p:nvPr>
        </p:nvSpPr>
        <p:spPr bwMode="auto"/>
      </p:sp>
      <p:sp>
        <p:nvSpPr>
          <p:cNvPr id="932650571" name="Notes Placeholder 2"/>
          <p:cNvSpPr>
            <a:spLocks noGrp="1"/>
          </p:cNvSpPr>
          <p:nvPr>
            <p:ph type="body" idx="1"/>
          </p:nvPr>
        </p:nvSpPr>
        <p:spPr bwMode="auto"/>
        <p:txBody>
          <a:bodyPr/>
          <a:lstStyle/>
          <a:p>
            <a:pPr>
              <a:defRPr/>
            </a:pPr>
            <a:endParaRPr lang="en-US"/>
          </a:p>
        </p:txBody>
      </p:sp>
      <p:sp>
        <p:nvSpPr>
          <p:cNvPr id="956549773" name="Slide Number Placeholder 3"/>
          <p:cNvSpPr>
            <a:spLocks noGrp="1"/>
          </p:cNvSpPr>
          <p:nvPr>
            <p:ph type="sldNum" sz="quarter" idx="10"/>
          </p:nvPr>
        </p:nvSpPr>
        <p:spPr bwMode="auto"/>
        <p:txBody>
          <a:bodyPr/>
          <a:lstStyle/>
          <a:p>
            <a:pPr>
              <a:defRPr/>
            </a:pPr>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22680744" name="Slide Image Placeholder 1"/>
          <p:cNvSpPr>
            <a:spLocks noGrp="1" noRot="1" noChangeAspect="1"/>
          </p:cNvSpPr>
          <p:nvPr>
            <p:ph type="sldImg"/>
          </p:nvPr>
        </p:nvSpPr>
        <p:spPr bwMode="auto"/>
      </p:sp>
      <p:sp>
        <p:nvSpPr>
          <p:cNvPr id="1131721134" name="Notes Placeholder 2"/>
          <p:cNvSpPr>
            <a:spLocks noGrp="1"/>
          </p:cNvSpPr>
          <p:nvPr>
            <p:ph type="body" idx="1"/>
          </p:nvPr>
        </p:nvSpPr>
        <p:spPr bwMode="auto"/>
        <p:txBody>
          <a:bodyPr/>
          <a:lstStyle/>
          <a:p>
            <a:pPr>
              <a:defRPr/>
            </a:pPr>
            <a:endParaRPr lang="en-US"/>
          </a:p>
        </p:txBody>
      </p:sp>
      <p:sp>
        <p:nvSpPr>
          <p:cNvPr id="1021592947" name="Slide Number Placeholder 3"/>
          <p:cNvSpPr>
            <a:spLocks noGrp="1"/>
          </p:cNvSpPr>
          <p:nvPr>
            <p:ph type="sldNum" sz="quarter" idx="10"/>
          </p:nvPr>
        </p:nvSpPr>
        <p:spPr bwMode="auto"/>
        <p:txBody>
          <a:bodyPr/>
          <a:lstStyle/>
          <a:p>
            <a:pPr>
              <a:defRPr/>
            </a:pPr>
            <a:fld id="{9B8AF4F7-7B76-9B92-D8EC-781137E2E65F}"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59863103" name="Slide Image Placeholder 1"/>
          <p:cNvSpPr>
            <a:spLocks noGrp="1" noRot="1" noChangeAspect="1"/>
          </p:cNvSpPr>
          <p:nvPr>
            <p:ph type="sldImg"/>
          </p:nvPr>
        </p:nvSpPr>
        <p:spPr bwMode="auto"/>
      </p:sp>
      <p:sp>
        <p:nvSpPr>
          <p:cNvPr id="1575918447" name="Notes Placeholder 2"/>
          <p:cNvSpPr>
            <a:spLocks noGrp="1"/>
          </p:cNvSpPr>
          <p:nvPr>
            <p:ph type="body" idx="1"/>
          </p:nvPr>
        </p:nvSpPr>
        <p:spPr bwMode="auto"/>
        <p:txBody>
          <a:bodyPr/>
          <a:lstStyle/>
          <a:p>
            <a:pPr>
              <a:defRPr/>
            </a:pPr>
            <a:endParaRPr lang="en-US"/>
          </a:p>
        </p:txBody>
      </p:sp>
      <p:sp>
        <p:nvSpPr>
          <p:cNvPr id="1795688355" name="Slide Number Placeholder 3"/>
          <p:cNvSpPr>
            <a:spLocks noGrp="1"/>
          </p:cNvSpPr>
          <p:nvPr>
            <p:ph type="sldNum" sz="quarter" idx="10"/>
          </p:nvPr>
        </p:nvSpPr>
        <p:spPr bwMode="auto"/>
        <p:txBody>
          <a:bodyPr/>
          <a:lstStyle/>
          <a:p>
            <a:pPr>
              <a:defRPr/>
            </a:pPr>
            <a:fld id="{E6AF4156-DCDD-3078-A099-52471BA4E857}"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09EC8BC-B3D1-A74E-C214-6A6C616F21EC}" type="slidenum">
              <a:rPr/>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700527664" name="Slide Image Placeholder 1"/>
          <p:cNvSpPr>
            <a:spLocks noGrp="1" noRot="1" noChangeAspect="1"/>
          </p:cNvSpPr>
          <p:nvPr>
            <p:ph type="sldImg"/>
          </p:nvPr>
        </p:nvSpPr>
        <p:spPr bwMode="auto"/>
      </p:sp>
      <p:sp>
        <p:nvSpPr>
          <p:cNvPr id="636906296" name="Notes Placeholder 2"/>
          <p:cNvSpPr>
            <a:spLocks noGrp="1"/>
          </p:cNvSpPr>
          <p:nvPr>
            <p:ph type="body" idx="1"/>
          </p:nvPr>
        </p:nvSpPr>
        <p:spPr bwMode="auto"/>
        <p:txBody>
          <a:bodyPr/>
          <a:lstStyle/>
          <a:p>
            <a:pPr>
              <a:defRPr/>
            </a:pPr>
            <a:endParaRPr lang="en-US"/>
          </a:p>
        </p:txBody>
      </p:sp>
      <p:sp>
        <p:nvSpPr>
          <p:cNvPr id="1540733053" name="Slide Number Placeholder 3"/>
          <p:cNvSpPr>
            <a:spLocks noGrp="1"/>
          </p:cNvSpPr>
          <p:nvPr>
            <p:ph type="sldNum" sz="quarter" idx="10"/>
          </p:nvPr>
        </p:nvSpPr>
        <p:spPr bwMode="auto"/>
        <p:txBody>
          <a:bodyPr/>
          <a:lstStyle/>
          <a:p>
            <a:pPr>
              <a:defRPr/>
            </a:pPr>
            <a:fld id="{9A6CB008-073F-0EE6-AB1A-B2F7FAF17901}" type="slidenum">
              <a:rPr lang="en-US"/>
              <a:t>13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preserve="1" userDrawn="1">
  <p:cSld name="DEFAULT">
    <p:bg>
      <p:bgRef idx="1001">
        <a:schemeClr val="bg1"/>
      </p:bgRef>
    </p:bg>
    <p:spTree>
      <p:nvGrpSpPr>
        <p:cNvPr id="1" name=""/>
        <p:cNvGrpSpPr/>
        <p:nvPr/>
      </p:nvGrpSpPr>
      <p:grpSpPr bwMode="auto">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blank" userDrawn="1">
  <p:cSld name="Blank">
    <p:spTree>
      <p:nvGrpSpPr>
        <p:cNvPr id="1" name=""/>
        <p:cNvGrpSpPr/>
        <p:nvPr/>
      </p:nvGrpSpPr>
      <p:grpSpPr bwMode="auto">
        <a:xfrm>
          <a:off x="0" y="0"/>
          <a:ext cx="0" cy="0"/>
          <a:chOff x="0" y="0"/>
          <a:chExt cx="0" cy="0"/>
        </a:xfrm>
      </p:grpSpPr>
      <p:sp>
        <p:nvSpPr>
          <p:cNvPr id="952917215" name="Date Placeholder 1"/>
          <p:cNvSpPr>
            <a:spLocks noGrp="1"/>
          </p:cNvSpPr>
          <p:nvPr>
            <p:ph type="dt" sz="half" idx="10"/>
          </p:nvPr>
        </p:nvSpPr>
        <p:spPr bwMode="auto"/>
        <p:txBody>
          <a:bodyPr/>
          <a:lstStyle/>
          <a:p>
            <a:pPr>
              <a:defRPr/>
            </a:pPr>
            <a:fld id="{1D8BD707-D9CF-40AE-B4C6-C98DA3205C09}" type="datetimeFigureOut">
              <a:rPr lang="en-US"/>
              <a:t>6/5/2026</a:t>
            </a:fld>
            <a:endParaRPr lang="en-US"/>
          </a:p>
        </p:txBody>
      </p:sp>
      <p:sp>
        <p:nvSpPr>
          <p:cNvPr id="1553629852" name="Footer Placeholder 2"/>
          <p:cNvSpPr>
            <a:spLocks noGrp="1"/>
          </p:cNvSpPr>
          <p:nvPr>
            <p:ph type="ftr" sz="quarter" idx="11"/>
          </p:nvPr>
        </p:nvSpPr>
        <p:spPr bwMode="auto"/>
        <p:txBody>
          <a:bodyPr/>
          <a:lstStyle/>
          <a:p>
            <a:pPr>
              <a:defRPr/>
            </a:pPr>
            <a:endParaRPr lang="en-US"/>
          </a:p>
        </p:txBody>
      </p:sp>
      <p:sp>
        <p:nvSpPr>
          <p:cNvPr id="1786375482" name="Slide Number Placeholder 3"/>
          <p:cNvSpPr>
            <a:spLocks noGrp="1"/>
          </p:cNvSpPr>
          <p:nvPr>
            <p:ph type="sldNum" sz="quarter" idx="12"/>
          </p:nvPr>
        </p:nvSpPr>
        <p:spPr bwMode="auto"/>
        <p:txBody>
          <a:bodyPr/>
          <a:lstStyle/>
          <a:p>
            <a:pPr>
              <a:defRPr/>
            </a:pPr>
            <a:fld id="{B6F15528-21DE-4FAA-801E-634DDDAF4B2B}" type="slidenum">
              <a:rPr lang="en-US"/>
              <a:t>‹Nº›</a:t>
            </a:fld>
            <a:endParaRPr lang="en-US"/>
          </a:p>
        </p:txBody>
      </p:sp>
    </p:spTree>
    <p:extLst>
      <p:ext uri="{BB962C8B-B14F-4D97-AF65-F5344CB8AC3E}">
        <p14:creationId xmlns:p14="http://schemas.microsoft.com/office/powerpoint/2010/main" val="69853337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name="Slide 1">
    <p:bg>
      <p:bgPr>
        <a:blipFill rotWithShape="1">
          <a:blip r:embed="rId3">
            <a:lum/>
          </a:blip>
          <a:stretch/>
        </a:blipFill>
        <a:effectLst/>
      </p:bgPr>
    </p:bg>
    <p:spTree>
      <p:nvGrpSpPr>
        <p:cNvPr id="1" name=""/>
        <p:cNvGrpSpPr/>
        <p:nvPr/>
      </p:nvGrpSpPr>
      <p:grpSpPr bwMode="auto">
        <a:xfrm>
          <a:off x="0" y="0"/>
          <a:ext cx="0" cy="0"/>
          <a:chOff x="0" y="0"/>
          <a:chExt cx="0" cy="0"/>
        </a:xfrm>
      </p:grpSpPr>
      <p:sp>
        <p:nvSpPr>
          <p:cNvPr id="188723722" name="Text 3"/>
          <p:cNvSpPr/>
          <p:nvPr/>
        </p:nvSpPr>
        <p:spPr bwMode="auto">
          <a:xfrm>
            <a:off x="3749040" y="73152"/>
            <a:ext cx="1645920" cy="804672"/>
          </a:xfrm>
          <a:prstGeom prst="rect">
            <a:avLst/>
          </a:prstGeom>
          <a:noFill/>
          <a:ln/>
        </p:spPr>
        <p:txBody>
          <a:bodyPr wrap="square" rtlCol="0" anchor="ctr"/>
          <a:lstStyle/>
          <a:p>
            <a:pPr marL="0" indent="0" algn="ctr">
              <a:buNone/>
              <a:defRPr/>
            </a:pPr>
            <a:endParaRPr lang="en-US" sz="700"/>
          </a:p>
        </p:txBody>
      </p:sp>
      <p:sp>
        <p:nvSpPr>
          <p:cNvPr id="1072801566" name="Text 6"/>
          <p:cNvSpPr/>
          <p:nvPr/>
        </p:nvSpPr>
        <p:spPr bwMode="auto">
          <a:xfrm>
            <a:off x="914400" y="1005840"/>
            <a:ext cx="7315200" cy="384048"/>
          </a:xfrm>
          <a:prstGeom prst="rect">
            <a:avLst/>
          </a:prstGeom>
          <a:noFill/>
          <a:ln/>
        </p:spPr>
        <p:txBody>
          <a:bodyPr wrap="square" rtlCol="0" anchor="ctr"/>
          <a:lstStyle/>
          <a:p>
            <a:pPr marL="0" indent="0" algn="ctr">
              <a:buNone/>
              <a:defRPr/>
            </a:pPr>
            <a:r>
              <a:rPr lang="en-US" sz="1800" b="1">
                <a:solidFill>
                  <a:srgbClr val="000000"/>
                </a:solidFill>
                <a:latin typeface="Calibri"/>
                <a:ea typeface="Calibri"/>
                <a:cs typeface="Calibri"/>
              </a:rPr>
              <a:t>Instituto Tecnológico de Frontera Comalapa</a:t>
            </a:r>
            <a:endParaRPr lang="en-US" sz="1800"/>
          </a:p>
        </p:txBody>
      </p:sp>
      <p:sp>
        <p:nvSpPr>
          <p:cNvPr id="1499051305" name="Text 7"/>
          <p:cNvSpPr/>
          <p:nvPr/>
        </p:nvSpPr>
        <p:spPr bwMode="auto">
          <a:xfrm>
            <a:off x="914400" y="1389888"/>
            <a:ext cx="7315200" cy="320040"/>
          </a:xfrm>
          <a:prstGeom prst="rect">
            <a:avLst/>
          </a:prstGeom>
          <a:noFill/>
          <a:ln/>
        </p:spPr>
        <p:txBody>
          <a:bodyPr wrap="square" rtlCol="0" anchor="ctr"/>
          <a:lstStyle/>
          <a:p>
            <a:pPr marL="0" indent="0" algn="ctr">
              <a:buNone/>
              <a:defRPr/>
            </a:pPr>
            <a:r>
              <a:rPr lang="en-US" sz="1600" b="1">
                <a:solidFill>
                  <a:srgbClr val="000000"/>
                </a:solidFill>
                <a:latin typeface="Calibri"/>
                <a:ea typeface="Calibri"/>
                <a:cs typeface="Calibri"/>
              </a:rPr>
              <a:t>Modalidad Mixta</a:t>
            </a:r>
            <a:endParaRPr lang="en-US" sz="1600"/>
          </a:p>
        </p:txBody>
      </p:sp>
      <p:sp>
        <p:nvSpPr>
          <p:cNvPr id="228804812" name="Text 8"/>
          <p:cNvSpPr/>
          <p:nvPr/>
        </p:nvSpPr>
        <p:spPr bwMode="auto">
          <a:xfrm>
            <a:off x="1371600" y="1828800"/>
            <a:ext cx="6400800" cy="475488"/>
          </a:xfrm>
          <a:prstGeom prst="rect">
            <a:avLst/>
          </a:prstGeom>
          <a:noFill/>
          <a:ln/>
        </p:spPr>
        <p:txBody>
          <a:bodyPr wrap="square" rtlCol="0" anchor="ctr"/>
          <a:lstStyle/>
          <a:p>
            <a:pPr marL="0" indent="0" algn="ctr">
              <a:buNone/>
              <a:defRPr/>
            </a:pPr>
            <a:r>
              <a:rPr lang="en-US" sz="1400">
                <a:solidFill>
                  <a:srgbClr val="000000"/>
                </a:solidFill>
                <a:latin typeface="Calibri"/>
                <a:ea typeface="Calibri"/>
                <a:cs typeface="Calibri"/>
              </a:rPr>
              <a:t>Materia:</a:t>
            </a:r>
            <a:br>
              <a:rPr lang="en-US" sz="1400">
                <a:solidFill>
                  <a:srgbClr val="000000"/>
                </a:solidFill>
                <a:latin typeface="Calibri"/>
                <a:ea typeface="Calibri"/>
                <a:cs typeface="Calibri"/>
              </a:rPr>
            </a:br>
            <a:r>
              <a:rPr lang="es-ES" sz="1400">
                <a:solidFill>
                  <a:srgbClr val="000000"/>
                </a:solidFill>
                <a:latin typeface="Calibri"/>
                <a:ea typeface="Calibri"/>
                <a:cs typeface="Calibri"/>
              </a:rPr>
              <a:t>Administracion de base de datos</a:t>
            </a:r>
            <a:endParaRPr lang="en-US" sz="1400"/>
          </a:p>
        </p:txBody>
      </p:sp>
      <p:sp>
        <p:nvSpPr>
          <p:cNvPr id="1994913931" name="Text 9"/>
          <p:cNvSpPr/>
          <p:nvPr/>
        </p:nvSpPr>
        <p:spPr bwMode="auto">
          <a:xfrm>
            <a:off x="1371600" y="2313432"/>
            <a:ext cx="6400800" cy="475488"/>
          </a:xfrm>
          <a:prstGeom prst="rect">
            <a:avLst/>
          </a:prstGeom>
          <a:noFill/>
          <a:ln/>
        </p:spPr>
        <p:txBody>
          <a:bodyPr wrap="square" rtlCol="0" anchor="ctr"/>
          <a:lstStyle/>
          <a:p>
            <a:pPr marL="0" indent="0" algn="ctr">
              <a:buNone/>
              <a:defRPr/>
            </a:pPr>
            <a:r>
              <a:rPr lang="en-US" sz="1400">
                <a:solidFill>
                  <a:srgbClr val="000000"/>
                </a:solidFill>
                <a:latin typeface="Calibri"/>
                <a:ea typeface="Calibri"/>
                <a:cs typeface="Calibri"/>
              </a:rPr>
              <a:t>Semestre:</a:t>
            </a:r>
            <a:br>
              <a:rPr lang="en-US" sz="1400">
                <a:solidFill>
                  <a:srgbClr val="000000"/>
                </a:solidFill>
                <a:latin typeface="Calibri"/>
                <a:ea typeface="Calibri"/>
                <a:cs typeface="Calibri"/>
              </a:rPr>
            </a:br>
            <a:r>
              <a:rPr lang="en-US" sz="1400">
                <a:solidFill>
                  <a:srgbClr val="000000"/>
                </a:solidFill>
                <a:latin typeface="Calibri"/>
                <a:ea typeface="Calibri"/>
                <a:cs typeface="Calibri"/>
              </a:rPr>
              <a:t>Sexto semestre</a:t>
            </a:r>
            <a:endParaRPr lang="en-US" sz="1400"/>
          </a:p>
        </p:txBody>
      </p:sp>
      <p:sp>
        <p:nvSpPr>
          <p:cNvPr id="999831169" name="Text 10"/>
          <p:cNvSpPr/>
          <p:nvPr/>
        </p:nvSpPr>
        <p:spPr bwMode="auto">
          <a:xfrm>
            <a:off x="1371600" y="2798064"/>
            <a:ext cx="6400800" cy="475488"/>
          </a:xfrm>
          <a:prstGeom prst="rect">
            <a:avLst/>
          </a:prstGeom>
          <a:noFill/>
          <a:ln/>
        </p:spPr>
        <p:txBody>
          <a:bodyPr wrap="square" rtlCol="0" anchor="ctr"/>
          <a:lstStyle/>
          <a:p>
            <a:pPr marL="0" indent="0" algn="ctr">
              <a:buNone/>
              <a:defRPr/>
            </a:pPr>
            <a:r>
              <a:rPr lang="en-US" sz="1400">
                <a:solidFill>
                  <a:srgbClr val="000000"/>
                </a:solidFill>
                <a:latin typeface="Calibri"/>
                <a:ea typeface="Calibri"/>
                <a:cs typeface="Calibri"/>
              </a:rPr>
              <a:t>Especialidad:</a:t>
            </a:r>
            <a:br>
              <a:rPr lang="en-US" sz="1400">
                <a:solidFill>
                  <a:srgbClr val="000000"/>
                </a:solidFill>
                <a:latin typeface="Calibri"/>
                <a:ea typeface="Calibri"/>
                <a:cs typeface="Calibri"/>
              </a:rPr>
            </a:br>
            <a:r>
              <a:rPr lang="en-US" sz="1400">
                <a:solidFill>
                  <a:srgbClr val="000000"/>
                </a:solidFill>
                <a:latin typeface="Calibri"/>
                <a:ea typeface="Calibri"/>
                <a:cs typeface="Calibri"/>
              </a:rPr>
              <a:t>Ingeniería en Sistemas Computacionales.</a:t>
            </a:r>
            <a:endParaRPr lang="en-US" sz="1400"/>
          </a:p>
        </p:txBody>
      </p:sp>
      <p:sp>
        <p:nvSpPr>
          <p:cNvPr id="199760669" name="Text 11"/>
          <p:cNvSpPr/>
          <p:nvPr/>
        </p:nvSpPr>
        <p:spPr bwMode="auto">
          <a:xfrm>
            <a:off x="1371600" y="3291840"/>
            <a:ext cx="6400800" cy="256032"/>
          </a:xfrm>
          <a:prstGeom prst="rect">
            <a:avLst/>
          </a:prstGeom>
          <a:noFill/>
          <a:ln/>
        </p:spPr>
        <p:txBody>
          <a:bodyPr wrap="square" rtlCol="0" anchor="ctr"/>
          <a:lstStyle/>
          <a:p>
            <a:pPr marL="0" indent="0" algn="ctr">
              <a:buNone/>
              <a:defRPr/>
            </a:pPr>
            <a:r>
              <a:rPr lang="en-US" sz="1400">
                <a:solidFill>
                  <a:srgbClr val="000000"/>
                </a:solidFill>
                <a:latin typeface="Calibri"/>
                <a:ea typeface="Calibri"/>
                <a:cs typeface="Calibri"/>
              </a:rPr>
              <a:t>Nombre del alumno:</a:t>
            </a:r>
            <a:endParaRPr lang="en-US" sz="1400"/>
          </a:p>
        </p:txBody>
      </p:sp>
      <p:sp>
        <p:nvSpPr>
          <p:cNvPr id="1666629869" name="Text 12"/>
          <p:cNvSpPr/>
          <p:nvPr/>
        </p:nvSpPr>
        <p:spPr bwMode="auto">
          <a:xfrm>
            <a:off x="1371600" y="3547872"/>
            <a:ext cx="6400800" cy="274320"/>
          </a:xfrm>
          <a:prstGeom prst="rect">
            <a:avLst/>
          </a:prstGeom>
          <a:noFill/>
          <a:ln/>
        </p:spPr>
        <p:txBody>
          <a:bodyPr wrap="square" rtlCol="0" anchor="ctr"/>
          <a:lstStyle/>
          <a:p>
            <a:pPr marL="0" indent="0" algn="ctr">
              <a:buNone/>
              <a:defRPr/>
            </a:pPr>
            <a:r>
              <a:rPr lang="es-ES" sz="1400" b="1">
                <a:solidFill>
                  <a:srgbClr val="000000"/>
                </a:solidFill>
                <a:latin typeface="Calibri"/>
                <a:ea typeface="Calibri"/>
                <a:cs typeface="Calibri"/>
              </a:rPr>
              <a:t>Eddi Uriel Castillo Sanchez</a:t>
            </a:r>
            <a:endParaRPr lang="en-US" sz="1400"/>
          </a:p>
        </p:txBody>
      </p:sp>
      <p:sp>
        <p:nvSpPr>
          <p:cNvPr id="80259266" name="Text 13"/>
          <p:cNvSpPr/>
          <p:nvPr/>
        </p:nvSpPr>
        <p:spPr bwMode="auto">
          <a:xfrm>
            <a:off x="1371600" y="3822192"/>
            <a:ext cx="6400800" cy="411480"/>
          </a:xfrm>
          <a:prstGeom prst="rect">
            <a:avLst/>
          </a:prstGeom>
          <a:noFill/>
          <a:ln/>
        </p:spPr>
        <p:txBody>
          <a:bodyPr wrap="square" rtlCol="0" anchor="ctr"/>
          <a:lstStyle/>
          <a:p>
            <a:pPr marL="0" indent="0" algn="ctr">
              <a:buNone/>
              <a:defRPr/>
            </a:pPr>
            <a:r>
              <a:rPr lang="en-US" sz="1300">
                <a:solidFill>
                  <a:srgbClr val="000000"/>
                </a:solidFill>
                <a:latin typeface="Calibri"/>
                <a:ea typeface="Calibri"/>
                <a:cs typeface="Calibri"/>
              </a:rPr>
              <a:t>Nombre del docente:</a:t>
            </a:r>
            <a:br>
              <a:rPr lang="en-US" sz="1300">
                <a:solidFill>
                  <a:srgbClr val="000000"/>
                </a:solidFill>
                <a:latin typeface="Calibri"/>
                <a:ea typeface="Calibri"/>
                <a:cs typeface="Calibri"/>
              </a:rPr>
            </a:br>
            <a:r>
              <a:rPr lang="en-US" sz="1300">
                <a:solidFill>
                  <a:srgbClr val="000000"/>
                </a:solidFill>
                <a:latin typeface="Calibri"/>
                <a:ea typeface="Calibri"/>
                <a:cs typeface="Calibri"/>
              </a:rPr>
              <a:t>Ing. Francisco Javier Mingo Velazquez</a:t>
            </a:r>
            <a:endParaRPr lang="en-US" sz="1300"/>
          </a:p>
        </p:txBody>
      </p:sp>
      <p:sp>
        <p:nvSpPr>
          <p:cNvPr id="171787694" name="Text 14"/>
          <p:cNvSpPr/>
          <p:nvPr/>
        </p:nvSpPr>
        <p:spPr bwMode="auto">
          <a:xfrm>
            <a:off x="1371600" y="4233672"/>
            <a:ext cx="6400800" cy="384048"/>
          </a:xfrm>
          <a:prstGeom prst="rect">
            <a:avLst/>
          </a:prstGeom>
          <a:noFill/>
          <a:ln/>
        </p:spPr>
        <p:txBody>
          <a:bodyPr wrap="square" rtlCol="0" anchor="ctr"/>
          <a:lstStyle/>
          <a:p>
            <a:pPr marL="0" indent="0" algn="ctr">
              <a:buNone/>
              <a:defRPr/>
            </a:pPr>
            <a:r>
              <a:rPr lang="en-US" sz="1300">
                <a:solidFill>
                  <a:srgbClr val="000000"/>
                </a:solidFill>
                <a:latin typeface="Calibri"/>
                <a:ea typeface="Calibri"/>
                <a:cs typeface="Calibri"/>
              </a:rPr>
              <a:t>Nombre del trabajo:</a:t>
            </a:r>
            <a:br>
              <a:rPr lang="en-US" sz="1300">
                <a:solidFill>
                  <a:srgbClr val="000000"/>
                </a:solidFill>
                <a:latin typeface="Calibri"/>
                <a:ea typeface="Calibri"/>
                <a:cs typeface="Calibri"/>
              </a:rPr>
            </a:br>
            <a:r>
              <a:rPr lang="en-US" sz="1300">
                <a:solidFill>
                  <a:srgbClr val="000000"/>
                </a:solidFill>
                <a:latin typeface="Calibri"/>
                <a:ea typeface="Calibri"/>
                <a:cs typeface="Calibri"/>
              </a:rPr>
              <a:t>3.</a:t>
            </a:r>
            <a:r>
              <a:rPr lang="es-ES" sz="1300">
                <a:solidFill>
                  <a:srgbClr val="000000"/>
                </a:solidFill>
                <a:latin typeface="Calibri"/>
                <a:ea typeface="Calibri"/>
                <a:cs typeface="Calibri"/>
              </a:rPr>
              <a:t>3 Banco de ejercicios</a:t>
            </a:r>
            <a:endParaRPr lang="en-US" sz="1300"/>
          </a:p>
        </p:txBody>
      </p:sp>
      <p:sp>
        <p:nvSpPr>
          <p:cNvPr id="1204100284" name="Text 15"/>
          <p:cNvSpPr/>
          <p:nvPr/>
        </p:nvSpPr>
        <p:spPr bwMode="auto">
          <a:xfrm>
            <a:off x="457200" y="4754880"/>
            <a:ext cx="8229600" cy="274320"/>
          </a:xfrm>
          <a:prstGeom prst="rect">
            <a:avLst/>
          </a:prstGeom>
          <a:noFill/>
          <a:ln/>
        </p:spPr>
        <p:txBody>
          <a:bodyPr wrap="square" rtlCol="0" anchor="ctr"/>
          <a:lstStyle/>
          <a:p>
            <a:pPr marL="0" indent="0" algn="ctr">
              <a:buNone/>
              <a:defRPr/>
            </a:pPr>
            <a:r>
              <a:rPr lang="en-US" sz="1200">
                <a:solidFill>
                  <a:srgbClr val="000000"/>
                </a:solidFill>
                <a:latin typeface="Calibri"/>
                <a:ea typeface="Calibri"/>
                <a:cs typeface="Calibri"/>
              </a:rPr>
              <a:t>Frontera Comalapa, Chiapas. A </a:t>
            </a:r>
            <a:r>
              <a:rPr lang="es-ES" sz="1200">
                <a:solidFill>
                  <a:srgbClr val="000000"/>
                </a:solidFill>
                <a:latin typeface="Calibri"/>
                <a:ea typeface="Calibri"/>
                <a:cs typeface="Calibri"/>
              </a:rPr>
              <a:t>24</a:t>
            </a:r>
            <a:r>
              <a:rPr lang="en-US" sz="1200">
                <a:solidFill>
                  <a:srgbClr val="000000"/>
                </a:solidFill>
                <a:latin typeface="Calibri"/>
                <a:ea typeface="Calibri"/>
                <a:cs typeface="Calibri"/>
              </a:rPr>
              <a:t> de Mayo del 2026</a:t>
            </a:r>
            <a:endParaRPr lang="en-US" sz="1200"/>
          </a:p>
        </p:txBody>
      </p:sp>
      <p:pic>
        <p:nvPicPr>
          <p:cNvPr id="2060885897" name="Imagen 2060885896"/>
          <p:cNvPicPr>
            <a:picLocks noChangeAspect="1"/>
          </p:cNvPicPr>
          <p:nvPr/>
        </p:nvPicPr>
        <p:blipFill rotWithShape="1">
          <a:blip r:embed="rId4"/>
          <a:srcRect l="905" t="8279" b="-1"/>
          <a:stretch/>
        </p:blipFill>
        <p:spPr bwMode="auto">
          <a:xfrm>
            <a:off x="1992020" y="372745"/>
            <a:ext cx="5561328" cy="633093"/>
          </a:xfrm>
          <a:prstGeom prst="rect">
            <a:avLst/>
          </a:prstGeom>
          <a:ln>
            <a:noFill/>
          </a:ln>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PhAnim="0">
  <p:cSld name="Slide 2">
    <p:bg>
      <p:bgPr>
        <a:blipFill rotWithShape="1">
          <a:blip r:embed="rId3">
            <a:lum/>
          </a:blip>
          <a:stretch/>
        </a:blipFill>
        <a:effectLst/>
      </p:bgPr>
    </p:bg>
    <p:spTree>
      <p:nvGrpSpPr>
        <p:cNvPr id="1" name=""/>
        <p:cNvGrpSpPr/>
        <p:nvPr/>
      </p:nvGrpSpPr>
      <p:grpSpPr bwMode="auto">
        <a:xfrm>
          <a:off x="0" y="0"/>
          <a:ext cx="0" cy="0"/>
          <a:chOff x="0" y="0"/>
          <a:chExt cx="0" cy="0"/>
        </a:xfrm>
      </p:grpSpPr>
      <p:sp>
        <p:nvSpPr>
          <p:cNvPr id="1386261292" name="Text 0"/>
          <p:cNvSpPr/>
          <p:nvPr/>
        </p:nvSpPr>
        <p:spPr bwMode="auto">
          <a:xfrm>
            <a:off x="2335237" y="223324"/>
            <a:ext cx="8412480" cy="640080"/>
          </a:xfrm>
          <a:prstGeom prst="rect">
            <a:avLst/>
          </a:prstGeom>
          <a:noFill/>
          <a:ln/>
        </p:spPr>
        <p:txBody>
          <a:bodyPr wrap="square" rtlCol="0" anchor="ctr"/>
          <a:lstStyle/>
          <a:p>
            <a:pPr marL="0" indent="0">
              <a:buNone/>
              <a:defRPr/>
            </a:pPr>
            <a:r>
              <a:rPr lang="en-US" sz="4000">
                <a:solidFill>
                  <a:srgbClr val="000000"/>
                </a:solidFill>
                <a:latin typeface="Calibri Light"/>
                <a:ea typeface="Calibri Light"/>
                <a:cs typeface="Calibri Light"/>
              </a:rPr>
              <a:t>INTRODUCCION</a:t>
            </a:r>
            <a:endParaRPr lang="en-US" sz="4000"/>
          </a:p>
        </p:txBody>
      </p:sp>
      <p:sp>
        <p:nvSpPr>
          <p:cNvPr id="1996681884" name="Text 1"/>
          <p:cNvSpPr/>
          <p:nvPr/>
        </p:nvSpPr>
        <p:spPr bwMode="auto">
          <a:xfrm>
            <a:off x="907366" y="1065628"/>
            <a:ext cx="6499274" cy="2226212"/>
          </a:xfrm>
          <a:prstGeom prst="rect">
            <a:avLst/>
          </a:prstGeom>
          <a:noFill/>
          <a:ln/>
        </p:spPr>
        <p:txBody>
          <a:bodyPr wrap="square" rtlCol="0" anchor="t"/>
          <a:lstStyle/>
          <a:p>
            <a:pPr>
              <a:defRPr/>
            </a:pPr>
            <a:r>
              <a:rPr sz="1200" b="1" i="0" u="none">
                <a:solidFill>
                  <a:schemeClr val="tx1"/>
                </a:solidFill>
                <a:latin typeface="Liberation Sans"/>
                <a:ea typeface="Liberation Sans"/>
                <a:cs typeface="Liberation Sans"/>
              </a:rPr>
              <a:t>En el desarrollo de software</a:t>
            </a:r>
            <a:r>
              <a:rPr lang="es-ES" sz="1200" b="1" i="0" u="none">
                <a:solidFill>
                  <a:schemeClr val="tx1"/>
                </a:solidFill>
                <a:latin typeface="Liberation Sans"/>
                <a:ea typeface="Liberation Sans"/>
                <a:cs typeface="Liberation Sans"/>
              </a:rPr>
              <a:t> </a:t>
            </a:r>
            <a:r>
              <a:rPr sz="1200" b="1" i="0" u="none">
                <a:solidFill>
                  <a:schemeClr val="tx1"/>
                </a:solidFill>
                <a:latin typeface="Liberation Sans"/>
                <a:ea typeface="Liberation Sans"/>
                <a:cs typeface="Liberation Sans"/>
              </a:rPr>
              <a:t>las pruebas son una parte fundamental para garantizar que cada componente de una aplicación funcione correctamente y de acuerdo con los requisitos establecidos. En esta actividad se realizó un banco de ejercicios enfocado en pruebas de software</a:t>
            </a:r>
            <a:r>
              <a:rPr lang="es-ES" sz="1200" b="1" i="0" u="none">
                <a:solidFill>
                  <a:schemeClr val="tx1"/>
                </a:solidFill>
                <a:latin typeface="Liberation Sans"/>
                <a:ea typeface="Liberation Sans"/>
                <a:cs typeface="Liberation Sans"/>
              </a:rPr>
              <a:t> </a:t>
            </a:r>
            <a:r>
              <a:rPr sz="1200" b="1" i="0" u="none">
                <a:solidFill>
                  <a:schemeClr val="tx1"/>
                </a:solidFill>
                <a:latin typeface="Liberation Sans"/>
                <a:ea typeface="Liberation Sans"/>
                <a:cs typeface="Liberation Sans"/>
              </a:rPr>
              <a:t>donde se aplicaron pruebas unitarias e integración a distintos elementos de un sistema como controladores y servicios </a:t>
            </a:r>
            <a:r>
              <a:rPr lang="es-ES" sz="1200" b="1" i="0" u="none">
                <a:solidFill>
                  <a:schemeClr val="tx1"/>
                </a:solidFill>
                <a:latin typeface="Liberation Sans"/>
                <a:ea typeface="Liberation Sans"/>
                <a:cs typeface="Liberation Sans"/>
              </a:rPr>
              <a:t>e</a:t>
            </a:r>
            <a:r>
              <a:rPr sz="1200" b="1" i="0" u="none">
                <a:solidFill>
                  <a:schemeClr val="tx1"/>
                </a:solidFill>
                <a:latin typeface="Liberation Sans"/>
                <a:ea typeface="Liberation Sans"/>
                <a:cs typeface="Liberation Sans"/>
              </a:rPr>
              <a:t>l objetivo principal fue verificar el correcto comportamiento de métodos y endpoints sin depender completamente de una base de datos real, utilizando herramientas como Mockito y JUnit.</a:t>
            </a:r>
            <a:br>
              <a:rPr sz="1200" b="1" i="0" u="none">
                <a:solidFill>
                  <a:schemeClr val="tx1"/>
                </a:solidFill>
                <a:latin typeface="Liberation Sans"/>
                <a:ea typeface="Liberation Sans"/>
                <a:cs typeface="Liberation Sans"/>
              </a:rPr>
            </a:br>
            <a:endParaRPr>
              <a:solidFill>
                <a:schemeClr val="tx1"/>
              </a:solidFill>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PhAnim="0">
  <p:cSld name="Slide 3">
    <p:bg>
      <p:bgPr>
        <a:blipFill rotWithShape="1">
          <a:blip r:embed="rId3">
            <a:lum/>
          </a:blip>
          <a:stretch/>
        </a:blipFill>
        <a:effectLst/>
      </p:bgPr>
    </p:bg>
    <p:spTree>
      <p:nvGrpSpPr>
        <p:cNvPr id="1" name=""/>
        <p:cNvGrpSpPr/>
        <p:nvPr/>
      </p:nvGrpSpPr>
      <p:grpSpPr bwMode="auto">
        <a:xfrm>
          <a:off x="0" y="0"/>
          <a:ext cx="0" cy="0"/>
          <a:chOff x="0" y="0"/>
          <a:chExt cx="0" cy="0"/>
        </a:xfrm>
      </p:grpSpPr>
      <p:sp>
        <p:nvSpPr>
          <p:cNvPr id="486809150" name="Text 0"/>
          <p:cNvSpPr/>
          <p:nvPr/>
        </p:nvSpPr>
        <p:spPr bwMode="auto">
          <a:xfrm>
            <a:off x="365760" y="182880"/>
            <a:ext cx="8412480" cy="640080"/>
          </a:xfrm>
          <a:prstGeom prst="rect">
            <a:avLst/>
          </a:prstGeom>
          <a:noFill/>
          <a:ln/>
        </p:spPr>
        <p:txBody>
          <a:bodyPr wrap="square" rtlCol="0" anchor="ctr"/>
          <a:lstStyle/>
          <a:p>
            <a:pPr marL="0" indent="0" algn="ctr">
              <a:buNone/>
              <a:defRPr/>
            </a:pPr>
            <a:r>
              <a:rPr lang="en-US" sz="4000">
                <a:solidFill>
                  <a:srgbClr val="000000"/>
                </a:solidFill>
                <a:latin typeface="Calibri Light"/>
                <a:ea typeface="Calibri Light"/>
                <a:cs typeface="Calibri Light"/>
              </a:rPr>
              <a:t>JUSTIFICACION</a:t>
            </a:r>
            <a:endParaRPr lang="en-US" sz="4000"/>
          </a:p>
        </p:txBody>
      </p:sp>
      <p:sp>
        <p:nvSpPr>
          <p:cNvPr id="1396696761" name="Text 1"/>
          <p:cNvSpPr/>
          <p:nvPr/>
        </p:nvSpPr>
        <p:spPr bwMode="auto">
          <a:xfrm>
            <a:off x="1329396" y="1255541"/>
            <a:ext cx="6984609" cy="1684606"/>
          </a:xfrm>
          <a:prstGeom prst="rect">
            <a:avLst/>
          </a:prstGeom>
          <a:noFill/>
          <a:ln/>
        </p:spPr>
        <p:txBody>
          <a:bodyPr wrap="square" rtlCol="0" anchor="t"/>
          <a:lstStyle/>
          <a:p>
            <a:pPr>
              <a:defRPr/>
            </a:pPr>
            <a:r>
              <a:rPr sz="1200" b="0" i="0" u="none">
                <a:solidFill>
                  <a:srgbClr val="000000"/>
                </a:solidFill>
                <a:latin typeface="Times New Roman"/>
                <a:ea typeface="Times New Roman"/>
                <a:cs typeface="Times New Roman"/>
              </a:rPr>
              <a:t>Esta actividad es importante porque permite fortalecer los conocimientos sobre la validación de aplicaciones mediante pruebas automatizadas las cuales ayudan a detectar errores antes de que el software llegue a producción al trabajar con casos como la verificación de listas simuladas, el uso de repositorios mockeados y la comprobación de conexiones reales con la base de datos, se desarrolla una comprensión más práctica de cómo asegurar la calidad del sistema Además este tipo de ejercicios prepara al estudiante para implementar procesos de prueba más confiables y eficientes en proyectos reales de desarrollo de software</a:t>
            </a:r>
            <a:br>
              <a:rPr sz="1200" b="0" i="0" u="none">
                <a:solidFill>
                  <a:srgbClr val="000000"/>
                </a:solidFill>
                <a:latin typeface="Times New Roman"/>
                <a:ea typeface="Times New Roman"/>
                <a:cs typeface="Times New Roman"/>
              </a:rPr>
            </a:b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PhAnim="0">
  <p:cSld name="Slide 5">
    <p:bg>
      <p:bgPr>
        <a:blipFill rotWithShape="1">
          <a:blip r:embed="rId3">
            <a:lum/>
          </a:blip>
          <a:stretch/>
        </a:blipFill>
        <a:effectLst/>
      </p:bgPr>
    </p:bg>
    <p:spTree>
      <p:nvGrpSpPr>
        <p:cNvPr id="1" name=""/>
        <p:cNvGrpSpPr/>
        <p:nvPr/>
      </p:nvGrpSpPr>
      <p:grpSpPr bwMode="auto">
        <a:xfrm>
          <a:off x="0" y="0"/>
          <a:ext cx="0" cy="0"/>
          <a:chOff x="0" y="0"/>
          <a:chExt cx="0" cy="0"/>
        </a:xfrm>
      </p:grpSpPr>
      <p:sp>
        <p:nvSpPr>
          <p:cNvPr id="60052670" name="Text 0"/>
          <p:cNvSpPr/>
          <p:nvPr/>
        </p:nvSpPr>
        <p:spPr bwMode="auto">
          <a:xfrm>
            <a:off x="274320" y="91440"/>
            <a:ext cx="8595360" cy="502920"/>
          </a:xfrm>
          <a:prstGeom prst="rect">
            <a:avLst/>
          </a:prstGeom>
          <a:noFill/>
          <a:ln/>
        </p:spPr>
        <p:txBody>
          <a:bodyPr wrap="square" rtlCol="0" anchor="ctr"/>
          <a:lstStyle/>
          <a:p>
            <a:pPr marL="0" indent="0">
              <a:buNone/>
              <a:defRPr/>
            </a:pPr>
            <a:r>
              <a:rPr lang="es-ES" sz="2200" b="1" i="0" u="none" strike="noStrike" cap="none" spc="0">
                <a:solidFill>
                  <a:srgbClr val="000000"/>
                </a:solidFill>
                <a:latin typeface="Calibri"/>
                <a:ea typeface="Calibri"/>
                <a:cs typeface="Calibri"/>
              </a:rPr>
              <a:t>Ejercicio 1 </a:t>
            </a:r>
            <a:r>
              <a:rPr lang="en-US" sz="2200" b="1" i="0" u="none" strike="noStrike" cap="none" spc="0">
                <a:solidFill>
                  <a:srgbClr val="000000"/>
                </a:solidFill>
                <a:latin typeface="Calibri"/>
                <a:ea typeface="Calibri"/>
                <a:cs typeface="Calibri"/>
              </a:rPr>
              <a:t>StudentControllerTest.java</a:t>
            </a:r>
            <a:endParaRPr lang="en-US" sz="2200"/>
          </a:p>
        </p:txBody>
      </p:sp>
      <p:sp>
        <p:nvSpPr>
          <p:cNvPr id="1601332749" name="Text 1"/>
          <p:cNvSpPr/>
          <p:nvPr/>
        </p:nvSpPr>
        <p:spPr bwMode="auto">
          <a:xfrm>
            <a:off x="274320" y="-91439"/>
            <a:ext cx="8869680" cy="1371600"/>
          </a:xfrm>
          <a:prstGeom prst="rect">
            <a:avLst/>
          </a:prstGeom>
          <a:noFill/>
          <a:ln/>
        </p:spPr>
        <p:txBody>
          <a:bodyPr wrap="square" rtlCol="0" anchor="ctr"/>
          <a:lstStyle/>
          <a:p>
            <a:pPr>
              <a:defRPr/>
            </a:pPr>
            <a:r>
              <a:rPr lang="es-ES" sz="1400" b="0" i="0" u="none" strike="noStrike" cap="none" spc="0">
                <a:solidFill>
                  <a:schemeClr val="tx1"/>
                </a:solidFill>
                <a:latin typeface="Calibri"/>
                <a:ea typeface="Calibri"/>
                <a:cs typeface="Calibri"/>
              </a:rPr>
              <a:t>Test 1 · testGetStudents()</a:t>
            </a:r>
            <a:endParaRPr/>
          </a:p>
        </p:txBody>
      </p:sp>
      <p:sp>
        <p:nvSpPr>
          <p:cNvPr id="712507076" name="Text 2"/>
          <p:cNvSpPr/>
          <p:nvPr/>
        </p:nvSpPr>
        <p:spPr bwMode="auto">
          <a:xfrm>
            <a:off x="5516880" y="2259932"/>
            <a:ext cx="4114800" cy="256032"/>
          </a:xfrm>
          <a:prstGeom prst="rect">
            <a:avLst/>
          </a:prstGeom>
          <a:noFill/>
          <a:ln/>
        </p:spPr>
        <p:txBody>
          <a:bodyPr wrap="square" rtlCol="0" anchor="ctr"/>
          <a:lstStyle/>
          <a:p>
            <a:pPr marL="0" indent="0">
              <a:buNone/>
              <a:defRPr/>
            </a:pPr>
            <a:r>
              <a:rPr lang="en-US" sz="1400"/>
              <a:t>:</a:t>
            </a:r>
            <a:endParaRPr/>
          </a:p>
        </p:txBody>
      </p:sp>
      <p:sp>
        <p:nvSpPr>
          <p:cNvPr id="1487148040" name="Text 3"/>
          <p:cNvSpPr/>
          <p:nvPr/>
        </p:nvSpPr>
        <p:spPr bwMode="auto">
          <a:xfrm>
            <a:off x="1448235" y="342900"/>
            <a:ext cx="4390878" cy="1654713"/>
          </a:xfrm>
          <a:prstGeom prst="rect">
            <a:avLst/>
          </a:prstGeom>
          <a:noFill/>
          <a:ln/>
        </p:spPr>
        <p:txBody>
          <a:bodyPr wrap="square" rtlCol="0" anchor="ctr"/>
          <a:lstStyle/>
          <a:p>
            <a:pPr>
              <a:buSzPct val="100000"/>
              <a:defRPr/>
            </a:pPr>
            <a:r>
              <a:rPr lang="es-ES" sz="1200" b="0" i="0" u="none" strike="noStrike" cap="none" spc="0">
                <a:solidFill>
                  <a:schemeClr val="tx1"/>
                </a:solidFill>
                <a:latin typeface="Calibri"/>
                <a:ea typeface="Calibri"/>
                <a:cs typeface="Calibri"/>
              </a:rPr>
              <a:t>Crea una lista simulada con Arrays.asList() y configura Mockito para que el repositorio la devuelva. Verifica que la cantidad de estudiantes sea correcta y que findAll() fue invocado.</a:t>
            </a:r>
            <a:endParaRPr lang="en-US" sz="1200"/>
          </a:p>
        </p:txBody>
      </p:sp>
      <p:sp>
        <p:nvSpPr>
          <p:cNvPr id="1161927439" name="Text 5"/>
          <p:cNvSpPr/>
          <p:nvPr/>
        </p:nvSpPr>
        <p:spPr bwMode="auto">
          <a:xfrm>
            <a:off x="4617720" y="658368"/>
            <a:ext cx="4251960" cy="4160519"/>
          </a:xfrm>
          <a:prstGeom prst="rect">
            <a:avLst/>
          </a:prstGeom>
          <a:noFill/>
          <a:ln/>
        </p:spPr>
        <p:txBody>
          <a:bodyPr wrap="square" rtlCol="0" anchor="t"/>
          <a:lstStyle/>
          <a:p>
            <a:pPr marL="0" indent="0">
              <a:buNone/>
              <a:defRPr/>
            </a:pPr>
            <a:r>
              <a:rPr lang="en-US" sz="900">
                <a:solidFill>
                  <a:srgbClr val="79C0FF"/>
                </a:solidFill>
                <a:latin typeface="Courier New"/>
                <a:ea typeface="Courier New"/>
                <a:cs typeface="Courier New"/>
              </a:rPr>
              <a:t>}</a:t>
            </a:r>
            <a:endParaRPr lang="en-US" sz="900"/>
          </a:p>
        </p:txBody>
      </p:sp>
      <p:pic>
        <p:nvPicPr>
          <p:cNvPr id="1691642308" name="Imagen 1691642307"/>
          <p:cNvPicPr>
            <a:picLocks noChangeAspect="1"/>
          </p:cNvPicPr>
          <p:nvPr/>
        </p:nvPicPr>
        <p:blipFill rotWithShape="1">
          <a:blip r:embed="rId4"/>
          <a:stretch/>
        </p:blipFill>
        <p:spPr bwMode="auto">
          <a:xfrm>
            <a:off x="736022" y="1610317"/>
            <a:ext cx="6149431" cy="312916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PhAnim="0">
  <p:cSld name="Slide 3">
    <p:bg>
      <p:bgPr>
        <a:blipFill rotWithShape="1">
          <a:blip r:embed="rId3">
            <a:lum/>
          </a:blip>
          <a:stretch/>
        </a:blipFill>
        <a:effectLst/>
      </p:bgPr>
    </p:bg>
    <p:spTree>
      <p:nvGrpSpPr>
        <p:cNvPr id="1" name=""/>
        <p:cNvGrpSpPr/>
        <p:nvPr/>
      </p:nvGrpSpPr>
      <p:grpSpPr bwMode="auto">
        <a:xfrm>
          <a:off x="0" y="0"/>
          <a:ext cx="0" cy="0"/>
          <a:chOff x="0" y="0"/>
          <a:chExt cx="0" cy="0"/>
        </a:xfrm>
      </p:grpSpPr>
      <p:sp>
        <p:nvSpPr>
          <p:cNvPr id="734120900" name="Text 0"/>
          <p:cNvSpPr/>
          <p:nvPr/>
        </p:nvSpPr>
        <p:spPr bwMode="auto">
          <a:xfrm>
            <a:off x="365760" y="182880"/>
            <a:ext cx="8412480" cy="640080"/>
          </a:xfrm>
          <a:prstGeom prst="rect">
            <a:avLst/>
          </a:prstGeom>
          <a:noFill/>
          <a:ln/>
        </p:spPr>
        <p:txBody>
          <a:bodyPr wrap="square" rtlCol="0" anchor="ctr"/>
          <a:lstStyle/>
          <a:p>
            <a:pPr marL="0" indent="0" algn="ctr">
              <a:buNone/>
              <a:defRPr/>
            </a:pPr>
            <a:endParaRPr lang="en-US" sz="4000"/>
          </a:p>
        </p:txBody>
      </p:sp>
      <p:sp>
        <p:nvSpPr>
          <p:cNvPr id="416432148" name="Text 1"/>
          <p:cNvSpPr/>
          <p:nvPr/>
        </p:nvSpPr>
        <p:spPr bwMode="auto">
          <a:xfrm>
            <a:off x="1329395" y="1255540"/>
            <a:ext cx="6984608" cy="1684605"/>
          </a:xfrm>
          <a:prstGeom prst="rect">
            <a:avLst/>
          </a:prstGeom>
          <a:noFill/>
          <a:ln/>
        </p:spPr>
        <p:txBody>
          <a:bodyPr wrap="square" rtlCol="0" anchor="t"/>
          <a:lstStyle/>
          <a:p>
            <a:pPr marL="0" indent="0" algn="just">
              <a:buNone/>
              <a:defRPr/>
            </a:pPr>
            <a:endParaRPr lang="en-US" sz="1400"/>
          </a:p>
        </p:txBody>
      </p:sp>
      <p:pic>
        <p:nvPicPr>
          <p:cNvPr id="1739994415" name="Imagen 1739994414"/>
          <p:cNvPicPr>
            <a:picLocks noChangeAspect="1"/>
          </p:cNvPicPr>
          <p:nvPr/>
        </p:nvPicPr>
        <p:blipFill rotWithShape="1">
          <a:blip r:embed="rId4"/>
          <a:stretch/>
        </p:blipFill>
        <p:spPr bwMode="auto">
          <a:xfrm>
            <a:off x="634999" y="1255540"/>
            <a:ext cx="6871022" cy="349634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PhAnim="0">
  <p:cSld name="Slide 6">
    <p:bg>
      <p:bgPr>
        <a:blipFill rotWithShape="1">
          <a:blip r:embed="rId3">
            <a:lum/>
          </a:blip>
          <a:stretch/>
        </a:blipFill>
        <a:effectLst/>
      </p:bgPr>
    </p:bg>
    <p:spTree>
      <p:nvGrpSpPr>
        <p:cNvPr id="1" name=""/>
        <p:cNvGrpSpPr/>
        <p:nvPr/>
      </p:nvGrpSpPr>
      <p:grpSpPr bwMode="auto">
        <a:xfrm>
          <a:off x="0" y="0"/>
          <a:ext cx="0" cy="0"/>
          <a:chOff x="0" y="0"/>
          <a:chExt cx="0" cy="0"/>
        </a:xfrm>
      </p:grpSpPr>
      <p:sp>
        <p:nvSpPr>
          <p:cNvPr id="1687017816" name="Text 0"/>
          <p:cNvSpPr/>
          <p:nvPr/>
        </p:nvSpPr>
        <p:spPr bwMode="auto">
          <a:xfrm>
            <a:off x="274320" y="91440"/>
            <a:ext cx="8595360" cy="502920"/>
          </a:xfrm>
          <a:prstGeom prst="rect">
            <a:avLst/>
          </a:prstGeom>
          <a:noFill/>
          <a:ln/>
        </p:spPr>
        <p:txBody>
          <a:bodyPr wrap="square" rtlCol="0" anchor="ctr"/>
          <a:lstStyle/>
          <a:p>
            <a:pPr marL="0" indent="0">
              <a:buNone/>
              <a:defRPr/>
            </a:pPr>
            <a:r>
              <a:rPr lang="es-ES" sz="2000" b="1" i="0" u="none" strike="noStrike" cap="none" spc="0">
                <a:solidFill>
                  <a:srgbClr val="000000"/>
                </a:solidFill>
                <a:latin typeface="Calibri"/>
                <a:ea typeface="Calibri"/>
                <a:cs typeface="Calibri"/>
              </a:rPr>
              <a:t>Ejercicio 2 </a:t>
            </a:r>
            <a:r>
              <a:rPr lang="en-US" sz="2000" b="1" i="0" u="none" strike="noStrike" cap="none" spc="0">
                <a:solidFill>
                  <a:srgbClr val="000000"/>
                </a:solidFill>
                <a:latin typeface="Calibri"/>
                <a:ea typeface="Calibri"/>
                <a:cs typeface="Calibri"/>
              </a:rPr>
              <a:t>CourseControllerTest.java</a:t>
            </a:r>
            <a:endParaRPr lang="en-US" sz="2000"/>
          </a:p>
          <a:p>
            <a:pPr marL="0" indent="0">
              <a:buNone/>
              <a:defRPr/>
            </a:pPr>
            <a:r>
              <a:rPr lang="en-US" sz="2000" b="0" i="0" u="none" strike="noStrike" cap="none" spc="0">
                <a:solidFill>
                  <a:schemeClr val="tx1"/>
                </a:solidFill>
                <a:latin typeface="Calibri"/>
                <a:ea typeface="Calibri"/>
                <a:cs typeface="Calibri"/>
              </a:rPr>
              <a:t>testGetCourses()</a:t>
            </a:r>
            <a:endParaRPr lang="en-US" sz="2000"/>
          </a:p>
        </p:txBody>
      </p:sp>
      <p:sp>
        <p:nvSpPr>
          <p:cNvPr id="1553061993" name="Text 1"/>
          <p:cNvSpPr/>
          <p:nvPr/>
        </p:nvSpPr>
        <p:spPr bwMode="auto">
          <a:xfrm>
            <a:off x="274320" y="658367"/>
            <a:ext cx="6423067" cy="1463040"/>
          </a:xfrm>
          <a:prstGeom prst="rect">
            <a:avLst/>
          </a:prstGeom>
          <a:noFill/>
          <a:ln/>
        </p:spPr>
        <p:txBody>
          <a:bodyPr wrap="square" rtlCol="0" anchor="ctr"/>
          <a:lstStyle/>
          <a:p>
            <a:pPr>
              <a:defRPr/>
            </a:pPr>
            <a:r>
              <a:rPr lang="en-US" sz="1400" b="0" i="0" u="none" strike="noStrike" cap="none" spc="0">
                <a:solidFill>
                  <a:schemeClr val="tx1"/>
                </a:solidFill>
                <a:latin typeface="Calibri"/>
                <a:ea typeface="Calibri"/>
                <a:cs typeface="Calibri"/>
              </a:rPr>
              <a:t>Verifica el endpoint de listado de cursos dentro del microservicio courses-service.</a:t>
            </a:r>
            <a:endParaRPr sz="1400"/>
          </a:p>
          <a:p>
            <a:pPr>
              <a:defRPr/>
            </a:pPr>
            <a:r>
              <a:rPr lang="en-US" sz="1400" b="0" i="0" u="none" strike="noStrike" cap="none" spc="0">
                <a:solidFill>
                  <a:schemeClr val="tx1"/>
                </a:solidFill>
                <a:latin typeface="Calibri"/>
                <a:ea typeface="Calibri"/>
                <a:cs typeface="Calibri"/>
              </a:rPr>
              <a:t>1. Se crea una lista simulada con objetos Course de prueba.</a:t>
            </a:r>
            <a:endParaRPr lang="en-US" sz="1400" b="0" i="0" u="none" strike="noStrike" cap="none" spc="0">
              <a:solidFill>
                <a:schemeClr val="tx1"/>
              </a:solidFill>
              <a:latin typeface="Calibri"/>
              <a:cs typeface="Calibri"/>
            </a:endParaRPr>
          </a:p>
          <a:p>
            <a:pPr>
              <a:defRPr/>
            </a:pPr>
            <a:r>
              <a:rPr lang="en-US" sz="1400" b="0" i="0" u="none" strike="noStrike" cap="none" spc="0">
                <a:solidFill>
                  <a:schemeClr val="tx1"/>
                </a:solidFill>
                <a:latin typeface="Calibri"/>
                <a:ea typeface="Calibri"/>
                <a:cs typeface="Calibri"/>
              </a:rPr>
              <a:t>2. Mockito configura el repositorio para devolver esa lista sin usar MySQL.</a:t>
            </a:r>
            <a:endParaRPr lang="en-US" sz="1400" b="0" i="0" u="none" strike="noStrike" cap="none" spc="0">
              <a:solidFill>
                <a:schemeClr val="tx1"/>
              </a:solidFill>
              <a:latin typeface="Calibri"/>
              <a:cs typeface="Calibri"/>
            </a:endParaRPr>
          </a:p>
          <a:p>
            <a:pPr>
              <a:defRPr/>
            </a:pPr>
            <a:r>
              <a:rPr lang="en-US" sz="1400" b="0" i="0" u="none" strike="noStrike" cap="none" spc="0">
                <a:solidFill>
                  <a:schemeClr val="tx1"/>
                </a:solidFill>
                <a:latin typeface="Calibri"/>
                <a:ea typeface="Calibri"/>
                <a:cs typeface="Calibri"/>
              </a:rPr>
              <a:t>3. Se invoca controller.getCourses() para obtener los resultados.</a:t>
            </a:r>
            <a:endParaRPr lang="en-US" sz="1400" b="0" i="0" u="none" strike="noStrike" cap="none" spc="0">
              <a:solidFill>
                <a:schemeClr val="tx1"/>
              </a:solidFill>
              <a:latin typeface="Calibri"/>
              <a:cs typeface="Calibri"/>
            </a:endParaRPr>
          </a:p>
          <a:p>
            <a:pPr>
              <a:defRPr/>
            </a:pPr>
            <a:r>
              <a:rPr lang="en-US" sz="1400" b="0" i="0" u="none" strike="noStrike" cap="none" spc="0">
                <a:solidFill>
                  <a:schemeClr val="tx1"/>
                </a:solidFill>
                <a:latin typeface="Calibri"/>
                <a:ea typeface="Calibri"/>
                <a:cs typeface="Calibri"/>
              </a:rPr>
              <a:t>4. assertEquals() verifica que la cantidad de cursos sea correcta.</a:t>
            </a:r>
            <a:endParaRPr lang="en-US" sz="1400" b="0" i="0" u="none" strike="noStrike" cap="none" spc="0">
              <a:solidFill>
                <a:schemeClr val="tx1"/>
              </a:solidFill>
              <a:latin typeface="Calibri"/>
              <a:cs typeface="Calibri"/>
            </a:endParaRPr>
          </a:p>
          <a:p>
            <a:pPr>
              <a:defRPr/>
            </a:pPr>
            <a:r>
              <a:rPr lang="en-US" sz="1400" b="0" i="0" u="none" strike="noStrike" cap="none" spc="0">
                <a:solidFill>
                  <a:schemeClr val="tx1"/>
                </a:solidFill>
                <a:latin typeface="Calibri"/>
                <a:ea typeface="Calibri"/>
                <a:cs typeface="Calibri"/>
              </a:rPr>
              <a:t>5. verify() comprueba que findAll() fue ejecutado exactamente una vez.</a:t>
            </a:r>
            <a:endParaRPr sz="1400"/>
          </a:p>
        </p:txBody>
      </p:sp>
      <p:sp>
        <p:nvSpPr>
          <p:cNvPr id="1201484336" name="Text 2"/>
          <p:cNvSpPr/>
          <p:nvPr/>
        </p:nvSpPr>
        <p:spPr bwMode="auto">
          <a:xfrm>
            <a:off x="1809693" y="2212848"/>
            <a:ext cx="4114800" cy="256032"/>
          </a:xfrm>
          <a:prstGeom prst="rect">
            <a:avLst/>
          </a:prstGeom>
          <a:noFill/>
          <a:ln/>
        </p:spPr>
        <p:txBody>
          <a:bodyPr wrap="square" rtlCol="0" anchor="ctr"/>
          <a:lstStyle/>
          <a:p>
            <a:pPr marL="0" indent="0">
              <a:buNone/>
              <a:defRPr/>
            </a:pPr>
            <a:endParaRPr lang="en-US" sz="1400"/>
          </a:p>
        </p:txBody>
      </p:sp>
      <p:sp>
        <p:nvSpPr>
          <p:cNvPr id="1957326167" name="Text 3"/>
          <p:cNvSpPr/>
          <p:nvPr/>
        </p:nvSpPr>
        <p:spPr bwMode="auto">
          <a:xfrm>
            <a:off x="743461" y="2212848"/>
            <a:ext cx="5100941" cy="2468880"/>
          </a:xfrm>
          <a:prstGeom prst="rect">
            <a:avLst/>
          </a:prstGeom>
          <a:noFill/>
          <a:ln/>
        </p:spPr>
        <p:txBody>
          <a:bodyPr wrap="square" rtlCol="0" anchor="ctr"/>
          <a:lstStyle/>
          <a:p>
            <a:pPr>
              <a:defRPr/>
            </a:pPr>
            <a:endParaRPr lang="en-US" sz="1300"/>
          </a:p>
        </p:txBody>
      </p:sp>
      <p:sp>
        <p:nvSpPr>
          <p:cNvPr id="609936187" name="Text 5"/>
          <p:cNvSpPr/>
          <p:nvPr/>
        </p:nvSpPr>
        <p:spPr bwMode="auto">
          <a:xfrm>
            <a:off x="4617720" y="658368"/>
            <a:ext cx="4251960" cy="4160519"/>
          </a:xfrm>
          <a:prstGeom prst="rect">
            <a:avLst/>
          </a:prstGeom>
          <a:noFill/>
          <a:ln/>
        </p:spPr>
        <p:txBody>
          <a:bodyPr wrap="square" rtlCol="0" anchor="t"/>
          <a:lstStyle/>
          <a:p>
            <a:pPr marL="0" indent="0">
              <a:buNone/>
              <a:defRPr/>
            </a:pPr>
            <a:r>
              <a:rPr lang="en-US" sz="900">
                <a:solidFill>
                  <a:srgbClr val="79C0FF"/>
                </a:solidFill>
                <a:latin typeface="Courier New"/>
                <a:ea typeface="Courier New"/>
                <a:cs typeface="Courier New"/>
              </a:rPr>
              <a:t>}</a:t>
            </a:r>
            <a:endParaRPr lang="en-US" sz="900"/>
          </a:p>
        </p:txBody>
      </p:sp>
      <p:pic>
        <p:nvPicPr>
          <p:cNvPr id="79880642" name="Imagen 79880641"/>
          <p:cNvPicPr>
            <a:picLocks noChangeAspect="1"/>
          </p:cNvPicPr>
          <p:nvPr/>
        </p:nvPicPr>
        <p:blipFill rotWithShape="1">
          <a:blip r:embed="rId4"/>
          <a:stretch/>
        </p:blipFill>
        <p:spPr bwMode="auto">
          <a:xfrm>
            <a:off x="1200404" y="2121408"/>
            <a:ext cx="5543295" cy="2820728"/>
          </a:xfrm>
          <a:prstGeom prst="rect">
            <a:avLst/>
          </a:prstGeom>
        </p:spPr>
      </p:pic>
      <p:pic>
        <p:nvPicPr>
          <p:cNvPr id="1852480328" name="Imagen 1852480327"/>
          <p:cNvPicPr>
            <a:picLocks noChangeAspect="1"/>
          </p:cNvPicPr>
          <p:nvPr/>
        </p:nvPicPr>
        <p:blipFill rotWithShape="1">
          <a:blip/>
          <a:stretch/>
        </p:blipFill>
        <p:spPr bwMode="auto">
          <a:xfrm>
            <a:off x="3672000" y="1671750"/>
            <a:ext cx="1800000" cy="1800000"/>
          </a:xfrm>
          <a:prstGeom prst="rect">
            <a:avLst/>
          </a:prstGeom>
        </p:spPr>
      </p:pic>
      <p:pic>
        <p:nvPicPr>
          <p:cNvPr id="1812303191" name="Imagen 1812303190"/>
          <p:cNvPicPr>
            <a:picLocks noChangeAspect="1"/>
          </p:cNvPicPr>
          <p:nvPr/>
        </p:nvPicPr>
        <p:blipFill rotWithShape="1">
          <a:blip/>
          <a:stretch/>
        </p:blipFill>
        <p:spPr bwMode="auto">
          <a:xfrm>
            <a:off x="3867093" y="1838627"/>
            <a:ext cx="1800000" cy="18000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PhAnim="0">
  <p:cSld name="Slide 6">
    <p:bg>
      <p:bgPr>
        <a:blipFill rotWithShape="1">
          <a:blip r:embed="rId3">
            <a:lum/>
          </a:blip>
          <a:stretch/>
        </a:blipFill>
        <a:effectLst/>
      </p:bgPr>
    </p:bg>
    <p:spTree>
      <p:nvGrpSpPr>
        <p:cNvPr id="1" name=""/>
        <p:cNvGrpSpPr/>
        <p:nvPr/>
      </p:nvGrpSpPr>
      <p:grpSpPr bwMode="auto">
        <a:xfrm>
          <a:off x="0" y="0"/>
          <a:ext cx="0" cy="0"/>
          <a:chOff x="0" y="0"/>
          <a:chExt cx="0" cy="0"/>
        </a:xfrm>
      </p:grpSpPr>
      <p:sp>
        <p:nvSpPr>
          <p:cNvPr id="1978337297" name="Text 0"/>
          <p:cNvSpPr/>
          <p:nvPr/>
        </p:nvSpPr>
        <p:spPr bwMode="auto">
          <a:xfrm>
            <a:off x="274320" y="91440"/>
            <a:ext cx="8595360" cy="502920"/>
          </a:xfrm>
          <a:prstGeom prst="rect">
            <a:avLst/>
          </a:prstGeom>
          <a:noFill/>
          <a:ln/>
        </p:spPr>
        <p:txBody>
          <a:bodyPr wrap="square" rtlCol="0" anchor="ctr"/>
          <a:lstStyle/>
          <a:p>
            <a:pPr marL="0" indent="0">
              <a:buNone/>
              <a:defRPr/>
            </a:pPr>
            <a:r>
              <a:rPr lang="es-ES" sz="2000" b="1" i="0" u="none" strike="noStrike" cap="none" spc="0">
                <a:solidFill>
                  <a:srgbClr val="000000"/>
                </a:solidFill>
                <a:latin typeface="Calibri"/>
                <a:ea typeface="Calibri"/>
                <a:cs typeface="Calibri"/>
              </a:rPr>
              <a:t>Ejercicio 2 </a:t>
            </a:r>
            <a:r>
              <a:rPr lang="en-US" sz="2000" b="1" i="0" u="none" strike="noStrike" cap="none" spc="0">
                <a:solidFill>
                  <a:srgbClr val="000000"/>
                </a:solidFill>
                <a:latin typeface="Calibri"/>
                <a:ea typeface="Calibri"/>
                <a:cs typeface="Calibri"/>
              </a:rPr>
              <a:t>CourseControllerTest.java</a:t>
            </a:r>
            <a:endParaRPr lang="en-US" sz="2000"/>
          </a:p>
          <a:p>
            <a:pPr marL="0" indent="0">
              <a:buNone/>
              <a:defRPr/>
            </a:pPr>
            <a:r>
              <a:rPr lang="en-US" sz="2000" b="0" i="0" u="none" strike="noStrike" cap="none" spc="0">
                <a:solidFill>
                  <a:schemeClr val="tx1"/>
                </a:solidFill>
                <a:latin typeface="Calibri"/>
                <a:ea typeface="Calibri"/>
                <a:cs typeface="Calibri"/>
              </a:rPr>
              <a:t>testGetCourses()</a:t>
            </a:r>
            <a:endParaRPr lang="en-US" sz="2000"/>
          </a:p>
        </p:txBody>
      </p:sp>
      <p:sp>
        <p:nvSpPr>
          <p:cNvPr id="2048704195" name="Text 1"/>
          <p:cNvSpPr/>
          <p:nvPr/>
        </p:nvSpPr>
        <p:spPr bwMode="auto">
          <a:xfrm>
            <a:off x="274320" y="658367"/>
            <a:ext cx="6423067" cy="1463040"/>
          </a:xfrm>
          <a:prstGeom prst="rect">
            <a:avLst/>
          </a:prstGeom>
          <a:noFill/>
          <a:ln/>
        </p:spPr>
        <p:txBody>
          <a:bodyPr wrap="square" rtlCol="0" anchor="ctr"/>
          <a:lstStyle/>
          <a:p>
            <a:pPr>
              <a:defRPr/>
            </a:pPr>
            <a:endParaRPr sz="1400"/>
          </a:p>
        </p:txBody>
      </p:sp>
      <p:sp>
        <p:nvSpPr>
          <p:cNvPr id="2135679293" name="Text 2"/>
          <p:cNvSpPr/>
          <p:nvPr/>
        </p:nvSpPr>
        <p:spPr bwMode="auto">
          <a:xfrm>
            <a:off x="1809693" y="2212848"/>
            <a:ext cx="4114800" cy="256032"/>
          </a:xfrm>
          <a:prstGeom prst="rect">
            <a:avLst/>
          </a:prstGeom>
          <a:noFill/>
          <a:ln/>
        </p:spPr>
        <p:txBody>
          <a:bodyPr wrap="square" rtlCol="0" anchor="ctr"/>
          <a:lstStyle/>
          <a:p>
            <a:pPr marL="0" indent="0">
              <a:buNone/>
              <a:defRPr/>
            </a:pPr>
            <a:endParaRPr lang="en-US" sz="1400"/>
          </a:p>
        </p:txBody>
      </p:sp>
      <p:sp>
        <p:nvSpPr>
          <p:cNvPr id="1556774924" name="Text 3"/>
          <p:cNvSpPr/>
          <p:nvPr/>
        </p:nvSpPr>
        <p:spPr bwMode="auto">
          <a:xfrm>
            <a:off x="743461" y="2212848"/>
            <a:ext cx="5100941" cy="2468880"/>
          </a:xfrm>
          <a:prstGeom prst="rect">
            <a:avLst/>
          </a:prstGeom>
          <a:noFill/>
          <a:ln/>
        </p:spPr>
        <p:txBody>
          <a:bodyPr wrap="square" rtlCol="0" anchor="ctr"/>
          <a:lstStyle/>
          <a:p>
            <a:pPr>
              <a:defRPr/>
            </a:pPr>
            <a:endParaRPr lang="en-US" sz="1300"/>
          </a:p>
        </p:txBody>
      </p:sp>
      <p:sp>
        <p:nvSpPr>
          <p:cNvPr id="376511346" name="Text 5"/>
          <p:cNvSpPr/>
          <p:nvPr/>
        </p:nvSpPr>
        <p:spPr bwMode="auto">
          <a:xfrm>
            <a:off x="4617720" y="658368"/>
            <a:ext cx="4251960" cy="4160519"/>
          </a:xfrm>
          <a:prstGeom prst="rect">
            <a:avLst/>
          </a:prstGeom>
          <a:noFill/>
          <a:ln/>
        </p:spPr>
        <p:txBody>
          <a:bodyPr wrap="square" rtlCol="0" anchor="t"/>
          <a:lstStyle/>
          <a:p>
            <a:pPr marL="0" indent="0">
              <a:buNone/>
              <a:defRPr/>
            </a:pPr>
            <a:r>
              <a:rPr lang="en-US" sz="900">
                <a:solidFill>
                  <a:srgbClr val="79C0FF"/>
                </a:solidFill>
                <a:latin typeface="Courier New"/>
                <a:ea typeface="Courier New"/>
                <a:cs typeface="Courier New"/>
              </a:rPr>
              <a:t>}</a:t>
            </a:r>
            <a:endParaRPr lang="en-US" sz="900"/>
          </a:p>
        </p:txBody>
      </p:sp>
      <p:pic>
        <p:nvPicPr>
          <p:cNvPr id="945635186" name="Imagen 945635185"/>
          <p:cNvPicPr>
            <a:picLocks noChangeAspect="1"/>
          </p:cNvPicPr>
          <p:nvPr/>
        </p:nvPicPr>
        <p:blipFill rotWithShape="1">
          <a:blip r:embed="rId4"/>
          <a:stretch/>
        </p:blipFill>
        <p:spPr bwMode="auto">
          <a:xfrm>
            <a:off x="1255568" y="913890"/>
            <a:ext cx="7171946" cy="3649474"/>
          </a:xfrm>
          <a:prstGeom prst="rect">
            <a:avLst/>
          </a:prstGeom>
        </p:spPr>
      </p:pic>
      <p:pic>
        <p:nvPicPr>
          <p:cNvPr id="1055835772" name="Imagen 1055835771"/>
          <p:cNvPicPr>
            <a:picLocks noChangeAspect="1"/>
          </p:cNvPicPr>
          <p:nvPr/>
        </p:nvPicPr>
        <p:blipFill rotWithShape="1">
          <a:blip/>
          <a:stretch/>
        </p:blipFill>
        <p:spPr bwMode="auto">
          <a:xfrm>
            <a:off x="3672000" y="1671750"/>
            <a:ext cx="1800000" cy="18000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PhAnim="0">
  <p:cSld name="Slide 3">
    <p:bg>
      <p:bgPr>
        <a:blipFill rotWithShape="1">
          <a:blip r:embed="rId3">
            <a:lum/>
          </a:blip>
          <a:stretch/>
        </a:blipFill>
        <a:effectLst/>
      </p:bgPr>
    </p:bg>
    <p:spTree>
      <p:nvGrpSpPr>
        <p:cNvPr id="1" name=""/>
        <p:cNvGrpSpPr/>
        <p:nvPr/>
      </p:nvGrpSpPr>
      <p:grpSpPr bwMode="auto">
        <a:xfrm>
          <a:off x="0" y="0"/>
          <a:ext cx="0" cy="0"/>
          <a:chOff x="0" y="0"/>
          <a:chExt cx="0" cy="0"/>
        </a:xfrm>
      </p:grpSpPr>
      <p:sp>
        <p:nvSpPr>
          <p:cNvPr id="435196280" name="Text 0"/>
          <p:cNvSpPr/>
          <p:nvPr/>
        </p:nvSpPr>
        <p:spPr bwMode="auto">
          <a:xfrm>
            <a:off x="365760" y="182880"/>
            <a:ext cx="8412480" cy="640080"/>
          </a:xfrm>
          <a:prstGeom prst="rect">
            <a:avLst/>
          </a:prstGeom>
          <a:noFill/>
          <a:ln/>
        </p:spPr>
        <p:txBody>
          <a:bodyPr wrap="square" rtlCol="0" anchor="ctr"/>
          <a:lstStyle/>
          <a:p>
            <a:pPr marL="0" indent="0" algn="ctr">
              <a:buNone/>
              <a:defRPr/>
            </a:pPr>
            <a:endParaRPr lang="en-US" sz="4000"/>
          </a:p>
        </p:txBody>
      </p:sp>
      <p:sp>
        <p:nvSpPr>
          <p:cNvPr id="1973600044" name="Text 1"/>
          <p:cNvSpPr/>
          <p:nvPr/>
        </p:nvSpPr>
        <p:spPr bwMode="auto">
          <a:xfrm>
            <a:off x="1329395" y="1255540"/>
            <a:ext cx="6984608" cy="1684605"/>
          </a:xfrm>
          <a:prstGeom prst="rect">
            <a:avLst/>
          </a:prstGeom>
          <a:noFill/>
          <a:ln/>
        </p:spPr>
        <p:txBody>
          <a:bodyPr wrap="square" rtlCol="0" anchor="t"/>
          <a:lstStyle/>
          <a:p>
            <a:pPr marL="0" indent="0" algn="just">
              <a:buNone/>
              <a:defRPr/>
            </a:pPr>
            <a:endParaRPr lang="en-US" sz="1400"/>
          </a:p>
        </p:txBody>
      </p:sp>
      <p:sp>
        <p:nvSpPr>
          <p:cNvPr id="505238481" name="CuadroTexto 505238480"/>
          <p:cNvSpPr txBox="1"/>
          <p:nvPr/>
        </p:nvSpPr>
        <p:spPr bwMode="auto">
          <a:xfrm>
            <a:off x="365759" y="152039"/>
            <a:ext cx="4339512" cy="6709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0" indent="0" algn="l">
              <a:buNone/>
              <a:defRPr/>
            </a:pPr>
            <a:r>
              <a:rPr lang="es-ES" b="1">
                <a:solidFill>
                  <a:srgbClr val="000000"/>
                </a:solidFill>
                <a:latin typeface="Calibri"/>
                <a:ea typeface="Calibri"/>
                <a:cs typeface="Calibri"/>
              </a:rPr>
              <a:t>Ejercicio 3 </a:t>
            </a:r>
            <a:r>
              <a:rPr lang="es-ES" sz="1800" b="1" i="0" u="none" strike="noStrike" cap="none" spc="0">
                <a:solidFill>
                  <a:srgbClr val="000000"/>
                </a:solidFill>
                <a:latin typeface="Calibri"/>
                <a:ea typeface="Calibri"/>
                <a:cs typeface="Calibri"/>
              </a:rPr>
              <a:t>EnrollmentControllerTest.java</a:t>
            </a:r>
            <a:endParaRPr lang="en-US" sz="2000"/>
          </a:p>
          <a:p>
            <a:pPr marL="0" indent="0" algn="l">
              <a:buNone/>
              <a:defRPr/>
            </a:pPr>
            <a:r>
              <a:rPr lang="en-US" sz="2000" b="0" i="0" u="none" strike="noStrike" cap="none" spc="0">
                <a:solidFill>
                  <a:schemeClr val="tx1"/>
                </a:solidFill>
                <a:latin typeface="Calibri"/>
                <a:ea typeface="Calibri"/>
                <a:cs typeface="Calibri"/>
              </a:rPr>
              <a:t>testCreateEnrollment()</a:t>
            </a:r>
            <a:endParaRPr lang="en-US" sz="2000"/>
          </a:p>
        </p:txBody>
      </p:sp>
      <p:sp>
        <p:nvSpPr>
          <p:cNvPr id="1295634241" name="CuadroTexto 1295634240"/>
          <p:cNvSpPr txBox="1"/>
          <p:nvPr/>
        </p:nvSpPr>
        <p:spPr bwMode="auto">
          <a:xfrm>
            <a:off x="3083862" y="2388870"/>
            <a:ext cx="2976634"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endParaRPr/>
          </a:p>
        </p:txBody>
      </p:sp>
      <p:sp>
        <p:nvSpPr>
          <p:cNvPr id="471893597" name="CuadroTexto 471893596"/>
          <p:cNvSpPr txBox="1"/>
          <p:nvPr/>
        </p:nvSpPr>
        <p:spPr bwMode="auto">
          <a:xfrm>
            <a:off x="6316589" y="-107834"/>
            <a:ext cx="2978074"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endParaRPr lang="en-US" sz="1800" b="0" i="0" u="none" strike="noStrike" cap="none" spc="0">
              <a:solidFill>
                <a:schemeClr val="tx1"/>
              </a:solidFill>
              <a:latin typeface="Calibri"/>
              <a:cs typeface="Calibri"/>
            </a:endParaRPr>
          </a:p>
        </p:txBody>
      </p:sp>
      <p:sp>
        <p:nvSpPr>
          <p:cNvPr id="1038303866" name="CuadroTexto 1038303865"/>
          <p:cNvSpPr txBox="1"/>
          <p:nvPr/>
        </p:nvSpPr>
        <p:spPr bwMode="auto">
          <a:xfrm flipV="1">
            <a:off x="3083862" y="2754990"/>
            <a:ext cx="1488857"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endParaRPr lang="en-US" sz="1800" b="0" i="0" u="none" strike="noStrike" cap="none" spc="0">
              <a:solidFill>
                <a:schemeClr val="tx1"/>
              </a:solidFill>
              <a:latin typeface="Calibri"/>
              <a:cs typeface="Calibri"/>
            </a:endParaRPr>
          </a:p>
        </p:txBody>
      </p:sp>
      <p:pic>
        <p:nvPicPr>
          <p:cNvPr id="995768992" name="Imagen 995768991"/>
          <p:cNvPicPr>
            <a:picLocks noChangeAspect="1"/>
          </p:cNvPicPr>
          <p:nvPr/>
        </p:nvPicPr>
        <p:blipFill rotWithShape="1">
          <a:blip r:embed="rId4"/>
          <a:stretch/>
        </p:blipFill>
        <p:spPr bwMode="auto">
          <a:xfrm>
            <a:off x="-96058" y="1255540"/>
            <a:ext cx="7140916" cy="3633684"/>
          </a:xfrm>
          <a:prstGeom prst="rect">
            <a:avLst/>
          </a:prstGeom>
        </p:spPr>
      </p:pic>
      <p:sp>
        <p:nvSpPr>
          <p:cNvPr id="663137784" name="CuadroTexto 663137783"/>
          <p:cNvSpPr txBox="1"/>
          <p:nvPr/>
        </p:nvSpPr>
        <p:spPr bwMode="auto">
          <a:xfrm>
            <a:off x="3053146" y="615460"/>
            <a:ext cx="4752480" cy="64007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t>Valida el endpoint POST /enrollments sin base de datos real.</a:t>
            </a:r>
          </a:p>
        </p:txBody>
      </p:sp>
      <p:sp>
        <p:nvSpPr>
          <p:cNvPr id="98774939" name="CuadroTexto 98774938"/>
          <p:cNvSpPr txBox="1"/>
          <p:nvPr/>
        </p:nvSpPr>
        <p:spPr bwMode="auto">
          <a:xfrm>
            <a:off x="7044857" y="1609551"/>
            <a:ext cx="1999217" cy="201203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t>1L</a:t>
            </a:r>
            <a:r>
              <a:rPr lang="es-ES"/>
              <a:t>: </a:t>
            </a:r>
            <a:r>
              <a:rPr lang="es-ES" sz="1800" b="0" i="0" u="none" strike="noStrike" cap="none" spc="0">
                <a:solidFill>
                  <a:schemeClr val="tx1"/>
                </a:solidFill>
                <a:latin typeface="Calibri"/>
                <a:ea typeface="Calibri"/>
                <a:cs typeface="Calibri"/>
              </a:rPr>
              <a:t>ID del estudiante</a:t>
            </a:r>
            <a:endParaRPr/>
          </a:p>
          <a:p>
            <a:pPr algn="l">
              <a:defRPr/>
            </a:pPr>
            <a:r>
              <a:rPr lang="en-US" sz="1800" b="0" i="0" u="none" strike="noStrike" cap="none" spc="0">
                <a:solidFill>
                  <a:schemeClr val="tx1"/>
                </a:solidFill>
                <a:latin typeface="Calibri"/>
                <a:ea typeface="Calibri"/>
                <a:cs typeface="Calibri"/>
              </a:rPr>
              <a:t>2L</a:t>
            </a:r>
            <a:r>
              <a:rPr lang="es-ES"/>
              <a:t>: </a:t>
            </a:r>
            <a:r>
              <a:rPr lang="es-ES" sz="1800" b="0" i="0" u="none" strike="noStrike" cap="none" spc="0">
                <a:solidFill>
                  <a:schemeClr val="tx1"/>
                </a:solidFill>
                <a:latin typeface="Calibri"/>
                <a:ea typeface="Calibri"/>
                <a:cs typeface="Calibri"/>
              </a:rPr>
              <a:t>ID del curso</a:t>
            </a:r>
            <a:endParaRPr lang="es-ES"/>
          </a:p>
          <a:p>
            <a:pPr algn="l">
              <a:defRPr/>
            </a:pPr>
            <a:r>
              <a:rPr lang="es-ES" sz="1800" b="0" i="0" u="none" strike="noStrike" cap="none" spc="0">
                <a:solidFill>
                  <a:schemeClr val="tx1"/>
                </a:solidFill>
                <a:latin typeface="Calibri"/>
                <a:ea typeface="Calibri"/>
                <a:cs typeface="Calibri"/>
              </a:rPr>
              <a:t>"7:00 AM"</a:t>
            </a:r>
            <a:r>
              <a:rPr lang="es-ES"/>
              <a:t>: </a:t>
            </a:r>
            <a:r>
              <a:rPr lang="es-ES" sz="1800" b="0" i="0" u="none" strike="noStrike" cap="none" spc="0">
                <a:solidFill>
                  <a:schemeClr val="tx1"/>
                </a:solidFill>
                <a:latin typeface="Calibri"/>
                <a:ea typeface="Calibri"/>
                <a:cs typeface="Calibri"/>
              </a:rPr>
              <a:t>Horario de clase</a:t>
            </a:r>
            <a:endParaRPr lang="es-ES"/>
          </a:p>
          <a:p>
            <a:pPr algn="l">
              <a:defRPr/>
            </a:pPr>
            <a:r>
              <a:rPr lang="es-ES" sz="1800" b="0" i="0" u="none" strike="noStrike" cap="none" spc="0">
                <a:solidFill>
                  <a:schemeClr val="tx1"/>
                </a:solidFill>
                <a:latin typeface="Calibri"/>
                <a:ea typeface="Calibri"/>
                <a:cs typeface="Calibri"/>
              </a:rPr>
              <a:t>"A-101"</a:t>
            </a:r>
            <a:r>
              <a:rPr lang="es-ES"/>
              <a:t>: </a:t>
            </a:r>
            <a:r>
              <a:rPr lang="es-ES" sz="1800" b="0" i="0" u="none" strike="noStrike" cap="none" spc="0">
                <a:solidFill>
                  <a:schemeClr val="tx1"/>
                </a:solidFill>
                <a:latin typeface="Calibri"/>
                <a:ea typeface="Calibri"/>
                <a:cs typeface="Calibri"/>
              </a:rPr>
              <a:t>Salón asignado</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PhAnim="0">
  <p:cSld name="Slide 8">
    <p:bg>
      <p:bgPr>
        <a:blipFill rotWithShape="1">
          <a:blip r:embed="rId3">
            <a:lum/>
          </a:blip>
          <a:stretch/>
        </a:blipFill>
        <a:effectLst/>
      </p:bgPr>
    </p:bg>
    <p:spTree>
      <p:nvGrpSpPr>
        <p:cNvPr id="1" name=""/>
        <p:cNvGrpSpPr/>
        <p:nvPr/>
      </p:nvGrpSpPr>
      <p:grpSpPr bwMode="auto">
        <a:xfrm>
          <a:off x="0" y="0"/>
          <a:ext cx="0" cy="0"/>
          <a:chOff x="0" y="0"/>
          <a:chExt cx="0" cy="0"/>
        </a:xfrm>
      </p:grpSpPr>
      <p:sp>
        <p:nvSpPr>
          <p:cNvPr id="326228194" name="Text 0"/>
          <p:cNvSpPr/>
          <p:nvPr/>
        </p:nvSpPr>
        <p:spPr bwMode="auto">
          <a:xfrm>
            <a:off x="2228110" y="253962"/>
            <a:ext cx="8412480" cy="640080"/>
          </a:xfrm>
          <a:prstGeom prst="rect">
            <a:avLst/>
          </a:prstGeom>
          <a:noFill/>
          <a:ln/>
        </p:spPr>
        <p:txBody>
          <a:bodyPr wrap="square" rtlCol="0" anchor="ctr"/>
          <a:lstStyle/>
          <a:p>
            <a:pPr marL="0" indent="0">
              <a:buNone/>
              <a:defRPr/>
            </a:pPr>
            <a:endParaRPr lang="en-US" sz="4000"/>
          </a:p>
        </p:txBody>
      </p:sp>
      <p:sp>
        <p:nvSpPr>
          <p:cNvPr id="1971403193" name="Text 1"/>
          <p:cNvSpPr/>
          <p:nvPr/>
        </p:nvSpPr>
        <p:spPr bwMode="auto">
          <a:xfrm>
            <a:off x="365760" y="960120"/>
            <a:ext cx="8412480" cy="3931920"/>
          </a:xfrm>
          <a:prstGeom prst="rect">
            <a:avLst/>
          </a:prstGeom>
          <a:noFill/>
          <a:ln/>
        </p:spPr>
        <p:txBody>
          <a:bodyPr wrap="square" rtlCol="0" anchor="t"/>
          <a:lstStyle/>
          <a:p>
            <a:pPr algn="just">
              <a:defRPr/>
            </a:pPr>
            <a:endParaRPr>
              <a:latin typeface="Arial"/>
              <a:cs typeface="Arial"/>
            </a:endParaRPr>
          </a:p>
        </p:txBody>
      </p:sp>
      <p:pic>
        <p:nvPicPr>
          <p:cNvPr id="727691379" name="Imagen 727691378"/>
          <p:cNvPicPr>
            <a:picLocks noChangeAspect="1"/>
          </p:cNvPicPr>
          <p:nvPr/>
        </p:nvPicPr>
        <p:blipFill rotWithShape="1">
          <a:blip r:embed="rId4"/>
          <a:stretch/>
        </p:blipFill>
        <p:spPr bwMode="auto">
          <a:xfrm>
            <a:off x="0" y="245268"/>
            <a:ext cx="9144000" cy="465296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PhAnim="0">
  <p:cSld name="Slide 8">
    <p:bg>
      <p:bgPr>
        <a:blipFill rotWithShape="1">
          <a:blip r:embed="rId3">
            <a:lum/>
          </a:blip>
          <a:stretch/>
        </a:blipFill>
        <a:effectLst/>
      </p:bgPr>
    </p:bg>
    <p:spTree>
      <p:nvGrpSpPr>
        <p:cNvPr id="1" name=""/>
        <p:cNvGrpSpPr/>
        <p:nvPr/>
      </p:nvGrpSpPr>
      <p:grpSpPr bwMode="auto">
        <a:xfrm>
          <a:off x="0" y="0"/>
          <a:ext cx="0" cy="0"/>
          <a:chOff x="0" y="0"/>
          <a:chExt cx="0" cy="0"/>
        </a:xfrm>
      </p:grpSpPr>
      <p:sp>
        <p:nvSpPr>
          <p:cNvPr id="1366290685" name="Text 0"/>
          <p:cNvSpPr/>
          <p:nvPr/>
        </p:nvSpPr>
        <p:spPr bwMode="auto">
          <a:xfrm>
            <a:off x="2228110" y="253962"/>
            <a:ext cx="8412480" cy="640080"/>
          </a:xfrm>
          <a:prstGeom prst="rect">
            <a:avLst/>
          </a:prstGeom>
          <a:noFill/>
          <a:ln/>
        </p:spPr>
        <p:txBody>
          <a:bodyPr wrap="square" rtlCol="0" anchor="ctr"/>
          <a:lstStyle/>
          <a:p>
            <a:pPr marL="0" indent="0">
              <a:buNone/>
              <a:defRPr/>
            </a:pPr>
            <a:endParaRPr lang="en-US" sz="4000"/>
          </a:p>
        </p:txBody>
      </p:sp>
      <p:sp>
        <p:nvSpPr>
          <p:cNvPr id="191281857" name="Text 1"/>
          <p:cNvSpPr/>
          <p:nvPr/>
        </p:nvSpPr>
        <p:spPr bwMode="auto">
          <a:xfrm>
            <a:off x="639964" y="605789"/>
            <a:ext cx="8412480" cy="3931920"/>
          </a:xfrm>
          <a:prstGeom prst="rect">
            <a:avLst/>
          </a:prstGeom>
          <a:noFill/>
          <a:ln/>
        </p:spPr>
        <p:txBody>
          <a:bodyPr wrap="square" rtlCol="0" anchor="t"/>
          <a:lstStyle/>
          <a:p>
            <a:pPr algn="just">
              <a:defRPr/>
            </a:pPr>
            <a:r>
              <a:rPr lang="en-US" sz="1800" b="0" i="0" u="none" strike="noStrike" cap="none" spc="0">
                <a:solidFill>
                  <a:schemeClr val="tx1"/>
                </a:solidFill>
                <a:latin typeface="Arial"/>
                <a:ea typeface="Arial"/>
                <a:cs typeface="Arial"/>
              </a:rPr>
              <a:t>Levanta correctamente el contexto de la app</a:t>
            </a:r>
            <a:endParaRPr>
              <a:latin typeface="Arial"/>
              <a:ea typeface="Arial"/>
              <a:cs typeface="Arial"/>
            </a:endParaRPr>
          </a:p>
          <a:p>
            <a:pPr algn="just">
              <a:defRPr/>
            </a:pPr>
            <a:r>
              <a:rPr lang="en-US" sz="1800" b="0" i="0" u="none" strike="noStrike" cap="none" spc="0">
                <a:solidFill>
                  <a:schemeClr val="tx1"/>
                </a:solidFill>
                <a:latin typeface="Arial"/>
                <a:ea typeface="Arial"/>
                <a:cs typeface="Arial"/>
              </a:rPr>
              <a:t>Conexión real con la base de datos</a:t>
            </a:r>
            <a:endParaRPr>
              <a:latin typeface="Arial"/>
              <a:ea typeface="Arial"/>
              <a:cs typeface="Arial"/>
            </a:endParaRPr>
          </a:p>
          <a:p>
            <a:pPr algn="just">
              <a:defRPr/>
            </a:pPr>
            <a:r>
              <a:rPr lang="en-US" sz="1800" b="0" i="0" u="none" strike="noStrike" cap="none" spc="0">
                <a:solidFill>
                  <a:schemeClr val="tx1"/>
                </a:solidFill>
                <a:latin typeface="Arial"/>
                <a:ea typeface="Arial"/>
                <a:cs typeface="Arial"/>
              </a:rPr>
              <a:t>Ejecuta un SELECT real en la tabla student</a:t>
            </a:r>
            <a:endParaRPr>
              <a:latin typeface="Arial"/>
              <a:ea typeface="Arial"/>
              <a:cs typeface="Arial"/>
            </a:endParaRPr>
          </a:p>
          <a:p>
            <a:pPr algn="just">
              <a:defRPr/>
            </a:pPr>
            <a:r>
              <a:rPr lang="en-US" sz="1800" b="0" i="0" u="none" strike="noStrike" cap="none" spc="0">
                <a:solidFill>
                  <a:schemeClr val="tx1"/>
                </a:solidFill>
                <a:latin typeface="Arial"/>
                <a:ea typeface="Arial"/>
                <a:cs typeface="Arial"/>
              </a:rPr>
              <a:t>Recibe la información correctamente</a:t>
            </a:r>
            <a:endParaRPr>
              <a:latin typeface="Arial"/>
              <a:cs typeface="Arial"/>
            </a:endParaRPr>
          </a:p>
        </p:txBody>
      </p:sp>
      <p:sp>
        <p:nvSpPr>
          <p:cNvPr id="20550119" name="CuadroTexto 20550118"/>
          <p:cNvSpPr txBox="1"/>
          <p:nvPr/>
        </p:nvSpPr>
        <p:spPr bwMode="auto">
          <a:xfrm>
            <a:off x="1012730" y="208242"/>
            <a:ext cx="4791057"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0" indent="0" algn="l">
              <a:buNone/>
              <a:defRPr/>
            </a:pPr>
            <a:r>
              <a:rPr lang="es-ES" b="1">
                <a:solidFill>
                  <a:srgbClr val="000000"/>
                </a:solidFill>
                <a:latin typeface="Calibri"/>
                <a:ea typeface="Calibri"/>
                <a:cs typeface="Calibri"/>
              </a:rPr>
              <a:t>Ejercicio 3 </a:t>
            </a:r>
            <a:r>
              <a:rPr lang="es-ES" sz="1800" b="1" i="0" u="none" strike="noStrike" cap="none" spc="0">
                <a:solidFill>
                  <a:srgbClr val="000000"/>
                </a:solidFill>
                <a:latin typeface="Calibri"/>
                <a:ea typeface="Calibri"/>
                <a:cs typeface="Calibri"/>
              </a:rPr>
              <a:t>StudentsServiceIntegrationTest.java</a:t>
            </a:r>
            <a:endParaRPr lang="en-US" sz="2000"/>
          </a:p>
        </p:txBody>
      </p:sp>
      <p:pic>
        <p:nvPicPr>
          <p:cNvPr id="183144816" name="Imagen 183144815"/>
          <p:cNvPicPr>
            <a:picLocks noChangeAspect="1"/>
          </p:cNvPicPr>
          <p:nvPr/>
        </p:nvPicPr>
        <p:blipFill rotWithShape="1">
          <a:blip r:embed="rId4"/>
          <a:stretch/>
        </p:blipFill>
        <p:spPr bwMode="auto">
          <a:xfrm>
            <a:off x="1012730" y="1899464"/>
            <a:ext cx="6091704" cy="309978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PhAnim="0">
  <p:cSld name="Slide 8">
    <p:bg>
      <p:bgPr>
        <a:blipFill rotWithShape="1">
          <a:blip r:embed="rId3">
            <a:lum/>
          </a:blip>
          <a:stretch/>
        </a:blipFill>
        <a:effectLst/>
      </p:bgPr>
    </p:bg>
    <p:spTree>
      <p:nvGrpSpPr>
        <p:cNvPr id="1" name=""/>
        <p:cNvGrpSpPr/>
        <p:nvPr/>
      </p:nvGrpSpPr>
      <p:grpSpPr bwMode="auto">
        <a:xfrm>
          <a:off x="0" y="0"/>
          <a:ext cx="0" cy="0"/>
          <a:chOff x="0" y="0"/>
          <a:chExt cx="0" cy="0"/>
        </a:xfrm>
      </p:grpSpPr>
      <p:sp>
        <p:nvSpPr>
          <p:cNvPr id="746090682" name="Text 0"/>
          <p:cNvSpPr/>
          <p:nvPr/>
        </p:nvSpPr>
        <p:spPr bwMode="auto">
          <a:xfrm>
            <a:off x="2228110" y="253962"/>
            <a:ext cx="8412480" cy="640080"/>
          </a:xfrm>
          <a:prstGeom prst="rect">
            <a:avLst/>
          </a:prstGeom>
          <a:noFill/>
          <a:ln/>
        </p:spPr>
        <p:txBody>
          <a:bodyPr wrap="square" rtlCol="0" anchor="ctr"/>
          <a:lstStyle/>
          <a:p>
            <a:pPr marL="0" indent="0">
              <a:buNone/>
              <a:defRPr/>
            </a:pPr>
            <a:endParaRPr lang="en-US" sz="4000"/>
          </a:p>
        </p:txBody>
      </p:sp>
      <p:sp>
        <p:nvSpPr>
          <p:cNvPr id="100884454" name="Text 1"/>
          <p:cNvSpPr/>
          <p:nvPr/>
        </p:nvSpPr>
        <p:spPr bwMode="auto">
          <a:xfrm>
            <a:off x="365760" y="960120"/>
            <a:ext cx="8412480" cy="3931920"/>
          </a:xfrm>
          <a:prstGeom prst="rect">
            <a:avLst/>
          </a:prstGeom>
          <a:noFill/>
          <a:ln/>
        </p:spPr>
        <p:txBody>
          <a:bodyPr wrap="square" rtlCol="0" anchor="t"/>
          <a:lstStyle/>
          <a:p>
            <a:pPr algn="just">
              <a:defRPr/>
            </a:pPr>
            <a:endParaRPr>
              <a:latin typeface="Arial"/>
              <a:cs typeface="Arial"/>
            </a:endParaRPr>
          </a:p>
        </p:txBody>
      </p:sp>
      <p:pic>
        <p:nvPicPr>
          <p:cNvPr id="536889261" name="Imagen 536889260"/>
          <p:cNvPicPr>
            <a:picLocks noChangeAspect="1"/>
          </p:cNvPicPr>
          <p:nvPr/>
        </p:nvPicPr>
        <p:blipFill rotWithShape="1">
          <a:blip r:embed="rId4"/>
          <a:stretch/>
        </p:blipFill>
        <p:spPr bwMode="auto">
          <a:xfrm>
            <a:off x="0" y="245268"/>
            <a:ext cx="9144000" cy="465296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10098521" name="Freeform 8"/>
          <p:cNvSpPr/>
          <p:nvPr/>
        </p:nvSpPr>
        <p:spPr bwMode="auto">
          <a:xfrm>
            <a:off x="210541" y="260986"/>
            <a:ext cx="2901462" cy="2057400"/>
          </a:xfrm>
          <a:custGeom>
            <a:avLst/>
            <a:gdLst/>
            <a:ahLst/>
            <a:cxnLst/>
            <a:rect l="l" t="t" r="r" b="b"/>
            <a:pathLst>
              <a:path w="5802923" h="4114800" extrusionOk="0">
                <a:moveTo>
                  <a:pt x="0" y="0"/>
                </a:moveTo>
                <a:lnTo>
                  <a:pt x="5802923" y="0"/>
                </a:lnTo>
                <a:lnTo>
                  <a:pt x="5802923" y="4114800"/>
                </a:lnTo>
                <a:lnTo>
                  <a:pt x="0" y="4114800"/>
                </a:lnTo>
                <a:lnTo>
                  <a:pt x="0" y="0"/>
                </a:lnTo>
                <a:close/>
              </a:path>
            </a:pathLst>
          </a:custGeom>
          <a:blipFill rotWithShape="1">
            <a:blip r:embed="rId3"/>
            <a:stretch>
              <a:fillRect/>
            </a:stretch>
          </a:blipFill>
        </p:spPr>
      </p:sp>
      <p:sp>
        <p:nvSpPr>
          <p:cNvPr id="837217533" name="Freeform 9"/>
          <p:cNvSpPr/>
          <p:nvPr/>
        </p:nvSpPr>
        <p:spPr bwMode="auto">
          <a:xfrm flipH="1" flipV="1">
            <a:off x="6031998" y="2886681"/>
            <a:ext cx="2901462" cy="2057400"/>
          </a:xfrm>
          <a:custGeom>
            <a:avLst/>
            <a:gdLst/>
            <a:ahLst/>
            <a:cxnLst/>
            <a:rect l="l" t="t" r="r" b="b"/>
            <a:pathLst>
              <a:path w="5802923" h="4114800" extrusionOk="0">
                <a:moveTo>
                  <a:pt x="5802923" y="4114800"/>
                </a:moveTo>
                <a:lnTo>
                  <a:pt x="0" y="4114800"/>
                </a:lnTo>
                <a:lnTo>
                  <a:pt x="0" y="0"/>
                </a:lnTo>
                <a:lnTo>
                  <a:pt x="5802923" y="0"/>
                </a:lnTo>
                <a:lnTo>
                  <a:pt x="5802923" y="4114800"/>
                </a:lnTo>
                <a:close/>
              </a:path>
            </a:pathLst>
          </a:custGeom>
          <a:blipFill rotWithShape="1">
            <a:blip r:embed="rId3"/>
            <a:stretch>
              <a:fillRect/>
            </a:stretch>
          </a:blipFill>
        </p:spPr>
      </p:sp>
      <p:sp>
        <p:nvSpPr>
          <p:cNvPr id="552871635" name="AutoShape 10"/>
          <p:cNvSpPr/>
          <p:nvPr/>
        </p:nvSpPr>
        <p:spPr bwMode="auto">
          <a:xfrm flipV="1">
            <a:off x="3264274" y="303848"/>
            <a:ext cx="5471121" cy="0"/>
          </a:xfrm>
          <a:prstGeom prst="line">
            <a:avLst/>
          </a:prstGeom>
          <a:ln w="19050" cap="flat">
            <a:solidFill>
              <a:srgbClr val="FFFFFF"/>
            </a:solidFill>
            <a:prstDash val="solid"/>
            <a:headEnd type="oval" w="lg" len="lg"/>
            <a:tailEnd type="none" w="sm" len="sm"/>
          </a:ln>
        </p:spPr>
      </p:sp>
      <p:sp>
        <p:nvSpPr>
          <p:cNvPr id="1365982969" name="AutoShape 11"/>
          <p:cNvSpPr/>
          <p:nvPr/>
        </p:nvSpPr>
        <p:spPr bwMode="auto">
          <a:xfrm flipH="1">
            <a:off x="376442" y="4872644"/>
            <a:ext cx="5471121" cy="0"/>
          </a:xfrm>
          <a:prstGeom prst="line">
            <a:avLst/>
          </a:prstGeom>
          <a:ln w="19050" cap="flat">
            <a:solidFill>
              <a:srgbClr val="FFFFFF"/>
            </a:solidFill>
            <a:prstDash val="solid"/>
            <a:headEnd type="oval" w="lg" len="lg"/>
            <a:tailEnd type="none" w="sm" len="sm"/>
          </a:ln>
        </p:spPr>
      </p:sp>
      <p:sp>
        <p:nvSpPr>
          <p:cNvPr id="1237816248" name="TextBox 12"/>
          <p:cNvSpPr txBox="1"/>
          <p:nvPr/>
        </p:nvSpPr>
        <p:spPr bwMode="auto">
          <a:xfrm>
            <a:off x="2912931" y="1739953"/>
            <a:ext cx="3318139" cy="1292662"/>
          </a:xfrm>
          <a:prstGeom prst="rect">
            <a:avLst/>
          </a:prstGeom>
        </p:spPr>
        <p:txBody>
          <a:bodyPr wrap="square" lIns="0" tIns="0" rIns="0" bIns="0" rtlCol="0" anchor="t">
            <a:spAutoFit/>
          </a:bodyPr>
          <a:lstStyle/>
          <a:p>
            <a:pPr algn="l"/>
            <a:r>
              <a:rPr lang="es-ES" sz="1400" dirty="0">
                <a:latin typeface="pplxSerif"/>
              </a:rPr>
              <a:t>Anexo link de </a:t>
            </a:r>
            <a:r>
              <a:rPr lang="es-ES" sz="1400" dirty="0" err="1">
                <a:latin typeface="pplxSerif"/>
              </a:rPr>
              <a:t>git</a:t>
            </a:r>
            <a:r>
              <a:rPr lang="es-ES" sz="1400" dirty="0">
                <a:latin typeface="pplxSerif"/>
              </a:rPr>
              <a:t> con las actividades </a:t>
            </a:r>
            <a:r>
              <a:rPr lang="es-ES" sz="1400" dirty="0" err="1">
                <a:latin typeface="pplxSerif"/>
              </a:rPr>
              <a:t>correspondientesy</a:t>
            </a:r>
            <a:r>
              <a:rPr lang="es-ES" sz="1400" dirty="0">
                <a:latin typeface="pplxSerif"/>
              </a:rPr>
              <a:t> proyecto Estudiantes-</a:t>
            </a:r>
            <a:r>
              <a:rPr lang="es-ES" sz="1400" dirty="0" err="1">
                <a:latin typeface="pplxSerif"/>
              </a:rPr>
              <a:t>services</a:t>
            </a:r>
            <a:r>
              <a:rPr lang="es-ES" sz="1400" dirty="0">
                <a:latin typeface="pplxSerif"/>
              </a:rPr>
              <a:t> https://github.com/eddiCastS/PRUEBAS-EN-BRUNO.git</a:t>
            </a:r>
          </a:p>
          <a:p>
            <a:pPr algn="l"/>
            <a:endParaRPr lang="es-ES" sz="1400" dirty="0">
              <a:solidFill>
                <a:schemeClr val="bg1"/>
              </a:solidFill>
              <a:latin typeface="pplxSerif"/>
            </a:endParaRPr>
          </a:p>
        </p:txBody>
      </p:sp>
      <p:sp>
        <p:nvSpPr>
          <p:cNvPr id="702311257" name="TextBox 13"/>
          <p:cNvSpPr txBox="1"/>
          <p:nvPr/>
        </p:nvSpPr>
        <p:spPr bwMode="auto">
          <a:xfrm>
            <a:off x="2092998" y="879517"/>
            <a:ext cx="4958005" cy="528991"/>
          </a:xfrm>
          <a:prstGeom prst="rect">
            <a:avLst/>
          </a:prstGeom>
        </p:spPr>
        <p:txBody>
          <a:bodyPr lIns="0" tIns="0" rIns="0" bIns="0" rtlCol="0" anchor="t">
            <a:spAutoFit/>
          </a:bodyPr>
          <a:lstStyle/>
          <a:p>
            <a:pPr algn="ctr">
              <a:lnSpc>
                <a:spcPts val="4379"/>
              </a:lnSpc>
              <a:defRPr/>
            </a:pPr>
            <a:r>
              <a:rPr lang="en-US" sz="3125" spc="91" dirty="0">
                <a:latin typeface="Etna Sans Serif"/>
                <a:ea typeface="Etna Sans Serif"/>
                <a:cs typeface="Etna Sans Serif"/>
              </a:rPr>
              <a:t>Link de git hub</a:t>
            </a:r>
            <a:endParaRPr sz="900" dirty="0"/>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PhAnim="0">
  <p:cSld name="Slide 8">
    <p:bg>
      <p:bgPr>
        <a:blipFill rotWithShape="1">
          <a:blip r:embed="rId3">
            <a:lum/>
          </a:blip>
          <a:stretch/>
        </a:blipFill>
        <a:effectLst/>
      </p:bgPr>
    </p:bg>
    <p:spTree>
      <p:nvGrpSpPr>
        <p:cNvPr id="1" name=""/>
        <p:cNvGrpSpPr/>
        <p:nvPr/>
      </p:nvGrpSpPr>
      <p:grpSpPr bwMode="auto">
        <a:xfrm>
          <a:off x="0" y="0"/>
          <a:ext cx="0" cy="0"/>
          <a:chOff x="0" y="0"/>
          <a:chExt cx="0" cy="0"/>
        </a:xfrm>
      </p:grpSpPr>
      <p:sp>
        <p:nvSpPr>
          <p:cNvPr id="202765036" name="Text 0"/>
          <p:cNvSpPr/>
          <p:nvPr/>
        </p:nvSpPr>
        <p:spPr bwMode="auto">
          <a:xfrm>
            <a:off x="2747656" y="326121"/>
            <a:ext cx="8412480" cy="640080"/>
          </a:xfrm>
          <a:prstGeom prst="rect">
            <a:avLst/>
          </a:prstGeom>
          <a:noFill/>
          <a:ln/>
        </p:spPr>
        <p:txBody>
          <a:bodyPr wrap="square" rtlCol="0" anchor="ctr"/>
          <a:lstStyle/>
          <a:p>
            <a:pPr marL="0" indent="0">
              <a:buNone/>
              <a:defRPr/>
            </a:pPr>
            <a:r>
              <a:rPr lang="es-ES" sz="4000">
                <a:solidFill>
                  <a:srgbClr val="000000"/>
                </a:solidFill>
                <a:latin typeface="Calibri Light"/>
                <a:ea typeface="Calibri Light"/>
                <a:cs typeface="Calibri Light"/>
              </a:rPr>
              <a:t>CONCLUSION</a:t>
            </a:r>
            <a:endParaRPr lang="en-US" sz="4000"/>
          </a:p>
        </p:txBody>
      </p:sp>
      <p:sp>
        <p:nvSpPr>
          <p:cNvPr id="441282188" name="Text 1"/>
          <p:cNvSpPr/>
          <p:nvPr/>
        </p:nvSpPr>
        <p:spPr bwMode="auto">
          <a:xfrm>
            <a:off x="712123" y="1320915"/>
            <a:ext cx="8412480" cy="3931920"/>
          </a:xfrm>
          <a:prstGeom prst="rect">
            <a:avLst/>
          </a:prstGeom>
          <a:noFill/>
          <a:ln/>
        </p:spPr>
        <p:txBody>
          <a:bodyPr wrap="square" rtlCol="0" anchor="t"/>
          <a:lstStyle/>
          <a:p>
            <a:pPr algn="just">
              <a:defRPr/>
            </a:pPr>
            <a:r>
              <a:rPr sz="1200" b="0" i="0" u="none">
                <a:solidFill>
                  <a:srgbClr val="000000"/>
                </a:solidFill>
                <a:latin typeface="Times New Roman"/>
                <a:ea typeface="Times New Roman"/>
                <a:cs typeface="Times New Roman"/>
              </a:rPr>
              <a:t>el banco de ejercicios permitió poner en práctica conceptos esenciales de pruebas de software, reforzando el uso de pruebas unitarias e integración en diferentes capas de una aplicación. Gracias a estas actividades, fue posible comprobar el funcionamiento correcto de controladores, servicios y acceso a datos, lo que demuestra la importancia de validar cada parte del sistema de manera individual y conjunta.</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Arial"/>
        <a:cs typeface="Arial"/>
      </a:majorFont>
      <a:minorFont>
        <a:latin typeface="Aptos"/>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577</Words>
  <Application>Microsoft Office PowerPoint</Application>
  <PresentationFormat>Presentación en pantalla (16:9)</PresentationFormat>
  <Paragraphs>60</Paragraphs>
  <Slides>13</Slides>
  <Notes>13</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13</vt:i4>
      </vt:variant>
    </vt:vector>
  </HeadingPairs>
  <TitlesOfParts>
    <vt:vector size="22" baseType="lpstr">
      <vt:lpstr>Arial</vt:lpstr>
      <vt:lpstr>Calibri</vt:lpstr>
      <vt:lpstr>Calibri Light</vt:lpstr>
      <vt:lpstr>Courier New</vt:lpstr>
      <vt:lpstr>Etna Sans Serif</vt:lpstr>
      <vt:lpstr>Liberation Sans</vt:lpstr>
      <vt:lpstr>pplxSerif</vt:lpstr>
      <vt:lpstr>Times New Roman</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3.2 Reporte de Practica - Pruebas de Software</dc:title>
  <dc:subject>PptxGenJS Presentation</dc:subject>
  <dc:creator>PptxGenJS</dc:creator>
  <cp:lastModifiedBy>eddi castillo</cp:lastModifiedBy>
  <cp:revision>4</cp:revision>
  <dcterms:created xsi:type="dcterms:W3CDTF">2026-05-31T01:46:32Z</dcterms:created>
  <dcterms:modified xsi:type="dcterms:W3CDTF">2026-06-05T16:14:58Z</dcterms:modified>
</cp:coreProperties>
</file>